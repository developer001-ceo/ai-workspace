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7"/>
  </p:notesMasterIdLst>
  <p:handoutMasterIdLst>
    <p:handoutMasterId r:id="rId78"/>
  </p:handoutMasterIdLst>
  <p:sldIdLst>
    <p:sldId id="256" r:id="rId5"/>
    <p:sldId id="264" r:id="rId6"/>
    <p:sldId id="258" r:id="rId7"/>
    <p:sldId id="265" r:id="rId8"/>
    <p:sldId id="1565" r:id="rId9"/>
    <p:sldId id="1563" r:id="rId10"/>
    <p:sldId id="266" r:id="rId11"/>
    <p:sldId id="1558" r:id="rId12"/>
    <p:sldId id="1564" r:id="rId13"/>
    <p:sldId id="1559" r:id="rId14"/>
    <p:sldId id="1560" r:id="rId15"/>
    <p:sldId id="1561" r:id="rId16"/>
    <p:sldId id="1567" r:id="rId17"/>
    <p:sldId id="1562" r:id="rId18"/>
    <p:sldId id="1566" r:id="rId19"/>
    <p:sldId id="1557" r:id="rId20"/>
    <p:sldId id="1568" r:id="rId21"/>
    <p:sldId id="267" r:id="rId22"/>
    <p:sldId id="269" r:id="rId23"/>
    <p:sldId id="268" r:id="rId24"/>
    <p:sldId id="271" r:id="rId25"/>
    <p:sldId id="270" r:id="rId26"/>
    <p:sldId id="272" r:id="rId27"/>
    <p:sldId id="273" r:id="rId28"/>
    <p:sldId id="274" r:id="rId29"/>
    <p:sldId id="1569" r:id="rId30"/>
    <p:sldId id="1570" r:id="rId31"/>
    <p:sldId id="1571" r:id="rId32"/>
    <p:sldId id="1572" r:id="rId33"/>
    <p:sldId id="277" r:id="rId34"/>
    <p:sldId id="275" r:id="rId35"/>
    <p:sldId id="276" r:id="rId36"/>
    <p:sldId id="1573" r:id="rId37"/>
    <p:sldId id="1574" r:id="rId38"/>
    <p:sldId id="1575" r:id="rId39"/>
    <p:sldId id="1576" r:id="rId40"/>
    <p:sldId id="259" r:id="rId41"/>
    <p:sldId id="1577" r:id="rId42"/>
    <p:sldId id="1578" r:id="rId43"/>
    <p:sldId id="278" r:id="rId44"/>
    <p:sldId id="1579" r:id="rId45"/>
    <p:sldId id="1580" r:id="rId46"/>
    <p:sldId id="279" r:id="rId47"/>
    <p:sldId id="280" r:id="rId48"/>
    <p:sldId id="260" r:id="rId49"/>
    <p:sldId id="281" r:id="rId50"/>
    <p:sldId id="282" r:id="rId51"/>
    <p:sldId id="1582" r:id="rId52"/>
    <p:sldId id="283" r:id="rId53"/>
    <p:sldId id="284" r:id="rId54"/>
    <p:sldId id="1583" r:id="rId55"/>
    <p:sldId id="1584" r:id="rId56"/>
    <p:sldId id="1585" r:id="rId57"/>
    <p:sldId id="285" r:id="rId58"/>
    <p:sldId id="1586" r:id="rId59"/>
    <p:sldId id="286" r:id="rId60"/>
    <p:sldId id="261" r:id="rId61"/>
    <p:sldId id="1587" r:id="rId62"/>
    <p:sldId id="287" r:id="rId63"/>
    <p:sldId id="1588" r:id="rId64"/>
    <p:sldId id="1589" r:id="rId65"/>
    <p:sldId id="1581" r:id="rId66"/>
    <p:sldId id="288" r:id="rId67"/>
    <p:sldId id="1590" r:id="rId68"/>
    <p:sldId id="262" r:id="rId69"/>
    <p:sldId id="289" r:id="rId70"/>
    <p:sldId id="263" r:id="rId71"/>
    <p:sldId id="290" r:id="rId72"/>
    <p:sldId id="291" r:id="rId73"/>
    <p:sldId id="292" r:id="rId74"/>
    <p:sldId id="293" r:id="rId75"/>
    <p:sldId id="1591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C617F90-C426-40D3-BA15-CA27983C6144}">
          <p14:sldIdLst>
            <p14:sldId id="256"/>
            <p14:sldId id="264"/>
            <p14:sldId id="258"/>
            <p14:sldId id="265"/>
            <p14:sldId id="1565"/>
            <p14:sldId id="1563"/>
            <p14:sldId id="266"/>
            <p14:sldId id="1558"/>
            <p14:sldId id="1564"/>
            <p14:sldId id="1559"/>
            <p14:sldId id="1560"/>
            <p14:sldId id="1561"/>
            <p14:sldId id="1567"/>
            <p14:sldId id="1562"/>
            <p14:sldId id="1566"/>
            <p14:sldId id="1557"/>
            <p14:sldId id="1568"/>
            <p14:sldId id="267"/>
            <p14:sldId id="269"/>
            <p14:sldId id="268"/>
            <p14:sldId id="271"/>
            <p14:sldId id="270"/>
            <p14:sldId id="272"/>
            <p14:sldId id="273"/>
            <p14:sldId id="274"/>
            <p14:sldId id="1569"/>
            <p14:sldId id="1570"/>
            <p14:sldId id="1571"/>
            <p14:sldId id="1572"/>
            <p14:sldId id="277"/>
            <p14:sldId id="275"/>
            <p14:sldId id="276"/>
            <p14:sldId id="1573"/>
            <p14:sldId id="1574"/>
            <p14:sldId id="1575"/>
            <p14:sldId id="1576"/>
            <p14:sldId id="259"/>
            <p14:sldId id="1577"/>
            <p14:sldId id="1578"/>
            <p14:sldId id="278"/>
            <p14:sldId id="1579"/>
            <p14:sldId id="1580"/>
            <p14:sldId id="279"/>
            <p14:sldId id="280"/>
            <p14:sldId id="260"/>
            <p14:sldId id="281"/>
            <p14:sldId id="282"/>
            <p14:sldId id="1582"/>
            <p14:sldId id="283"/>
            <p14:sldId id="284"/>
            <p14:sldId id="1583"/>
            <p14:sldId id="1584"/>
            <p14:sldId id="1585"/>
            <p14:sldId id="285"/>
            <p14:sldId id="1586"/>
            <p14:sldId id="286"/>
            <p14:sldId id="261"/>
            <p14:sldId id="1587"/>
            <p14:sldId id="287"/>
            <p14:sldId id="1588"/>
            <p14:sldId id="1589"/>
            <p14:sldId id="1581"/>
            <p14:sldId id="288"/>
            <p14:sldId id="1590"/>
            <p14:sldId id="262"/>
            <p14:sldId id="289"/>
            <p14:sldId id="263"/>
            <p14:sldId id="290"/>
            <p14:sldId id="291"/>
            <p14:sldId id="292"/>
            <p14:sldId id="293"/>
            <p14:sldId id="1591"/>
          </p14:sldIdLst>
        </p14:section>
        <p14:section name="Untitled Section" id="{B3F5EA27-C363-4727-B325-FDAEFD821346}">
          <p14:sldIdLst/>
        </p14:section>
        <p14:section name="Default Section" id="{347081E3-A073-4FC3-BE25-230795E08FF5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353638"/>
    <a:srgbClr val="636852"/>
    <a:srgbClr val="EFEFEF"/>
    <a:srgbClr val="76838B"/>
    <a:srgbClr val="656A56"/>
    <a:srgbClr val="FBE0CF"/>
    <a:srgbClr val="F9EDD7"/>
    <a:srgbClr val="EABB40"/>
    <a:srgbClr val="DEE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5850" autoAdjust="0"/>
  </p:normalViewPr>
  <p:slideViewPr>
    <p:cSldViewPr snapToGrid="0">
      <p:cViewPr varScale="1">
        <p:scale>
          <a:sx n="122" d="100"/>
          <a:sy n="122" d="100"/>
        </p:scale>
        <p:origin x="784" y="2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295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E0E829-FD25-4C21-835E-11DD27FBD593}" type="doc">
      <dgm:prSet loTypeId="urn:microsoft.com/office/officeart/2005/8/layout/process1" loCatId="process" qsTypeId="urn:microsoft.com/office/officeart/2005/8/quickstyle/simple2" qsCatId="simple" csTypeId="urn:microsoft.com/office/officeart/2005/8/colors/accent2_1" csCatId="accent2" phldr="1"/>
      <dgm:spPr/>
      <dgm:t>
        <a:bodyPr/>
        <a:lstStyle/>
        <a:p>
          <a:endParaRPr lang="en-NZ"/>
        </a:p>
      </dgm:t>
    </dgm:pt>
    <dgm:pt modelId="{9A3B49EC-01AA-4F99-A68D-8103E8A2F61A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mi-NZ"/>
            <a:t>We observe that firm’s use different pricing and output strategies.</a:t>
          </a:r>
          <a:endParaRPr lang="en-NZ"/>
        </a:p>
      </dgm:t>
    </dgm:pt>
    <dgm:pt modelId="{89347434-5A3D-4013-944B-00FABC25B6E5}" type="parTrans" cxnId="{82E47CA2-6F66-4A50-9AE3-8425F70E2397}">
      <dgm:prSet/>
      <dgm:spPr/>
      <dgm:t>
        <a:bodyPr/>
        <a:lstStyle/>
        <a:p>
          <a:endParaRPr lang="en-NZ"/>
        </a:p>
      </dgm:t>
    </dgm:pt>
    <dgm:pt modelId="{8C341E7A-58B3-4573-AAB0-529109CCDB16}" type="sibTrans" cxnId="{82E47CA2-6F66-4A50-9AE3-8425F70E2397}">
      <dgm:prSet/>
      <dgm:spPr/>
      <dgm:t>
        <a:bodyPr/>
        <a:lstStyle/>
        <a:p>
          <a:endParaRPr lang="en-NZ"/>
        </a:p>
      </dgm:t>
    </dgm:pt>
    <dgm:pt modelId="{8FBE9269-31DD-458E-8372-F4C85A5CD27F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mi-NZ"/>
            <a:t>Firms also make decisions on advertising, innovation</a:t>
          </a:r>
          <a:endParaRPr lang="en-NZ"/>
        </a:p>
      </dgm:t>
    </dgm:pt>
    <dgm:pt modelId="{71D9D7E8-E59A-4CEC-9DE6-0EE9E2F38FD2}" type="parTrans" cxnId="{B549694A-F37F-4941-82B8-A2C31E0F2B65}">
      <dgm:prSet/>
      <dgm:spPr/>
      <dgm:t>
        <a:bodyPr/>
        <a:lstStyle/>
        <a:p>
          <a:endParaRPr lang="en-NZ"/>
        </a:p>
      </dgm:t>
    </dgm:pt>
    <dgm:pt modelId="{D07C2B1B-7366-447A-8E81-6AFB63FBB893}" type="sibTrans" cxnId="{B549694A-F37F-4941-82B8-A2C31E0F2B65}">
      <dgm:prSet/>
      <dgm:spPr/>
      <dgm:t>
        <a:bodyPr/>
        <a:lstStyle/>
        <a:p>
          <a:endParaRPr lang="en-NZ"/>
        </a:p>
      </dgm:t>
    </dgm:pt>
    <dgm:pt modelId="{F88A19D1-E2D6-404E-8CDE-13ED720081F3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mi-NZ" dirty="0" err="1"/>
            <a:t>We</a:t>
          </a:r>
          <a:r>
            <a:rPr lang="mi-NZ" dirty="0"/>
            <a:t> </a:t>
          </a:r>
          <a:r>
            <a:rPr lang="mi-NZ" dirty="0" err="1"/>
            <a:t>focus</a:t>
          </a:r>
          <a:r>
            <a:rPr lang="mi-NZ" dirty="0"/>
            <a:t> </a:t>
          </a:r>
          <a:r>
            <a:rPr lang="mi-NZ" dirty="0" err="1"/>
            <a:t>on</a:t>
          </a:r>
          <a:r>
            <a:rPr lang="mi-NZ" dirty="0"/>
            <a:t> </a:t>
          </a:r>
          <a:r>
            <a:rPr lang="mi-NZ" dirty="0" err="1"/>
            <a:t>the</a:t>
          </a:r>
          <a:r>
            <a:rPr lang="mi-NZ" dirty="0"/>
            <a:t> </a:t>
          </a:r>
          <a:r>
            <a:rPr lang="mi-NZ" dirty="0" err="1"/>
            <a:t>price</a:t>
          </a:r>
          <a:r>
            <a:rPr lang="mi-NZ" dirty="0"/>
            <a:t> and </a:t>
          </a:r>
          <a:r>
            <a:rPr lang="mi-NZ" dirty="0" err="1"/>
            <a:t>output</a:t>
          </a:r>
          <a:r>
            <a:rPr lang="mi-NZ" dirty="0"/>
            <a:t> </a:t>
          </a:r>
          <a:r>
            <a:rPr lang="mi-NZ" dirty="0" err="1"/>
            <a:t>decisions</a:t>
          </a:r>
          <a:r>
            <a:rPr lang="mi-NZ" dirty="0"/>
            <a:t> </a:t>
          </a:r>
          <a:r>
            <a:rPr lang="mi-NZ" dirty="0" err="1"/>
            <a:t>first</a:t>
          </a:r>
          <a:r>
            <a:rPr lang="mi-NZ" dirty="0"/>
            <a:t>.</a:t>
          </a:r>
          <a:endParaRPr lang="en-NZ" dirty="0"/>
        </a:p>
      </dgm:t>
    </dgm:pt>
    <dgm:pt modelId="{D26C82F4-F11D-4A30-BF84-4EE9BF457A3F}" type="parTrans" cxnId="{4133913E-26A7-409C-8C7B-A02DAD8D703B}">
      <dgm:prSet/>
      <dgm:spPr/>
      <dgm:t>
        <a:bodyPr/>
        <a:lstStyle/>
        <a:p>
          <a:endParaRPr lang="en-NZ"/>
        </a:p>
      </dgm:t>
    </dgm:pt>
    <dgm:pt modelId="{D676BEC4-F195-4627-942B-41461933473C}" type="sibTrans" cxnId="{4133913E-26A7-409C-8C7B-A02DAD8D703B}">
      <dgm:prSet/>
      <dgm:spPr/>
      <dgm:t>
        <a:bodyPr/>
        <a:lstStyle/>
        <a:p>
          <a:endParaRPr lang="en-NZ"/>
        </a:p>
      </dgm:t>
    </dgm:pt>
    <dgm:pt modelId="{4A442F38-DA66-4C66-A1D5-B40EE3A7BED7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mi-NZ"/>
            <a:t>The goal is to identify the profit-maximising decisions</a:t>
          </a:r>
          <a:endParaRPr lang="en-NZ"/>
        </a:p>
      </dgm:t>
    </dgm:pt>
    <dgm:pt modelId="{6015D68C-F419-4E5E-8F20-6C378FF688B2}" type="parTrans" cxnId="{328EFB31-70F6-4774-A107-413F739617D8}">
      <dgm:prSet/>
      <dgm:spPr/>
      <dgm:t>
        <a:bodyPr/>
        <a:lstStyle/>
        <a:p>
          <a:endParaRPr lang="en-NZ"/>
        </a:p>
      </dgm:t>
    </dgm:pt>
    <dgm:pt modelId="{5C938229-A5DD-4966-B7A5-FD7920A283F1}" type="sibTrans" cxnId="{328EFB31-70F6-4774-A107-413F739617D8}">
      <dgm:prSet/>
      <dgm:spPr/>
      <dgm:t>
        <a:bodyPr/>
        <a:lstStyle/>
        <a:p>
          <a:endParaRPr lang="en-NZ"/>
        </a:p>
      </dgm:t>
    </dgm:pt>
    <dgm:pt modelId="{C53B5F59-2A5D-4BEC-A19A-A4538E94818F}" type="pres">
      <dgm:prSet presAssocID="{40E0E829-FD25-4C21-835E-11DD27FBD593}" presName="Name0" presStyleCnt="0">
        <dgm:presLayoutVars>
          <dgm:dir/>
          <dgm:resizeHandles val="exact"/>
        </dgm:presLayoutVars>
      </dgm:prSet>
      <dgm:spPr/>
    </dgm:pt>
    <dgm:pt modelId="{7E205BF6-B419-4033-8821-4FA6DA8D166B}" type="pres">
      <dgm:prSet presAssocID="{9A3B49EC-01AA-4F99-A68D-8103E8A2F61A}" presName="node" presStyleLbl="node1" presStyleIdx="0" presStyleCnt="4">
        <dgm:presLayoutVars>
          <dgm:bulletEnabled val="1"/>
        </dgm:presLayoutVars>
      </dgm:prSet>
      <dgm:spPr/>
    </dgm:pt>
    <dgm:pt modelId="{9D20AB00-49FE-423B-BB14-CB32D477F657}" type="pres">
      <dgm:prSet presAssocID="{8C341E7A-58B3-4573-AAB0-529109CCDB16}" presName="sibTrans" presStyleLbl="sibTrans2D1" presStyleIdx="0" presStyleCnt="3"/>
      <dgm:spPr/>
    </dgm:pt>
    <dgm:pt modelId="{9DFF2F58-8E89-4219-A24F-DE5477B66CF1}" type="pres">
      <dgm:prSet presAssocID="{8C341E7A-58B3-4573-AAB0-529109CCDB16}" presName="connectorText" presStyleLbl="sibTrans2D1" presStyleIdx="0" presStyleCnt="3"/>
      <dgm:spPr/>
    </dgm:pt>
    <dgm:pt modelId="{F786F6D9-F1C2-4A9D-B06C-4BDA584D9D69}" type="pres">
      <dgm:prSet presAssocID="{8FBE9269-31DD-458E-8372-F4C85A5CD27F}" presName="node" presStyleLbl="node1" presStyleIdx="1" presStyleCnt="4">
        <dgm:presLayoutVars>
          <dgm:bulletEnabled val="1"/>
        </dgm:presLayoutVars>
      </dgm:prSet>
      <dgm:spPr/>
    </dgm:pt>
    <dgm:pt modelId="{3D0F8FE9-B06C-46A2-8F69-C1ED30BB0F1B}" type="pres">
      <dgm:prSet presAssocID="{D07C2B1B-7366-447A-8E81-6AFB63FBB893}" presName="sibTrans" presStyleLbl="sibTrans2D1" presStyleIdx="1" presStyleCnt="3"/>
      <dgm:spPr/>
    </dgm:pt>
    <dgm:pt modelId="{0B040AA9-7C2D-4095-97F0-93C7ACAA5765}" type="pres">
      <dgm:prSet presAssocID="{D07C2B1B-7366-447A-8E81-6AFB63FBB893}" presName="connectorText" presStyleLbl="sibTrans2D1" presStyleIdx="1" presStyleCnt="3"/>
      <dgm:spPr/>
    </dgm:pt>
    <dgm:pt modelId="{4DE1D5F4-1C60-439A-82E7-1CEFF729DCB0}" type="pres">
      <dgm:prSet presAssocID="{F88A19D1-E2D6-404E-8CDE-13ED720081F3}" presName="node" presStyleLbl="node1" presStyleIdx="2" presStyleCnt="4">
        <dgm:presLayoutVars>
          <dgm:bulletEnabled val="1"/>
        </dgm:presLayoutVars>
      </dgm:prSet>
      <dgm:spPr/>
    </dgm:pt>
    <dgm:pt modelId="{185CF3C4-9E08-4F9E-B0A7-D746167B7CF7}" type="pres">
      <dgm:prSet presAssocID="{D676BEC4-F195-4627-942B-41461933473C}" presName="sibTrans" presStyleLbl="sibTrans2D1" presStyleIdx="2" presStyleCnt="3"/>
      <dgm:spPr/>
    </dgm:pt>
    <dgm:pt modelId="{EC40F244-B3AF-4C06-A571-57951C8A835F}" type="pres">
      <dgm:prSet presAssocID="{D676BEC4-F195-4627-942B-41461933473C}" presName="connectorText" presStyleLbl="sibTrans2D1" presStyleIdx="2" presStyleCnt="3"/>
      <dgm:spPr/>
    </dgm:pt>
    <dgm:pt modelId="{AC6DDF46-C1B4-4BBF-863F-902F77FDED51}" type="pres">
      <dgm:prSet presAssocID="{4A442F38-DA66-4C66-A1D5-B40EE3A7BED7}" presName="node" presStyleLbl="node1" presStyleIdx="3" presStyleCnt="4">
        <dgm:presLayoutVars>
          <dgm:bulletEnabled val="1"/>
        </dgm:presLayoutVars>
      </dgm:prSet>
      <dgm:spPr/>
    </dgm:pt>
  </dgm:ptLst>
  <dgm:cxnLst>
    <dgm:cxn modelId="{0D585009-DE4F-4A8F-A76E-F2B771703A49}" type="presOf" srcId="{D676BEC4-F195-4627-942B-41461933473C}" destId="{185CF3C4-9E08-4F9E-B0A7-D746167B7CF7}" srcOrd="0" destOrd="0" presId="urn:microsoft.com/office/officeart/2005/8/layout/process1"/>
    <dgm:cxn modelId="{C387A621-FB48-43BE-B73C-9EDBAFC3D5E1}" type="presOf" srcId="{F88A19D1-E2D6-404E-8CDE-13ED720081F3}" destId="{4DE1D5F4-1C60-439A-82E7-1CEFF729DCB0}" srcOrd="0" destOrd="0" presId="urn:microsoft.com/office/officeart/2005/8/layout/process1"/>
    <dgm:cxn modelId="{6E684325-B8B9-47EE-BB29-6DAA83646A10}" type="presOf" srcId="{8C341E7A-58B3-4573-AAB0-529109CCDB16}" destId="{9D20AB00-49FE-423B-BB14-CB32D477F657}" srcOrd="0" destOrd="0" presId="urn:microsoft.com/office/officeart/2005/8/layout/process1"/>
    <dgm:cxn modelId="{41947231-7919-41DF-87EA-5B09A8E592AB}" type="presOf" srcId="{D07C2B1B-7366-447A-8E81-6AFB63FBB893}" destId="{0B040AA9-7C2D-4095-97F0-93C7ACAA5765}" srcOrd="1" destOrd="0" presId="urn:microsoft.com/office/officeart/2005/8/layout/process1"/>
    <dgm:cxn modelId="{328EFB31-70F6-4774-A107-413F739617D8}" srcId="{40E0E829-FD25-4C21-835E-11DD27FBD593}" destId="{4A442F38-DA66-4C66-A1D5-B40EE3A7BED7}" srcOrd="3" destOrd="0" parTransId="{6015D68C-F419-4E5E-8F20-6C378FF688B2}" sibTransId="{5C938229-A5DD-4966-B7A5-FD7920A283F1}"/>
    <dgm:cxn modelId="{4133913E-26A7-409C-8C7B-A02DAD8D703B}" srcId="{40E0E829-FD25-4C21-835E-11DD27FBD593}" destId="{F88A19D1-E2D6-404E-8CDE-13ED720081F3}" srcOrd="2" destOrd="0" parTransId="{D26C82F4-F11D-4A30-BF84-4EE9BF457A3F}" sibTransId="{D676BEC4-F195-4627-942B-41461933473C}"/>
    <dgm:cxn modelId="{B549694A-F37F-4941-82B8-A2C31E0F2B65}" srcId="{40E0E829-FD25-4C21-835E-11DD27FBD593}" destId="{8FBE9269-31DD-458E-8372-F4C85A5CD27F}" srcOrd="1" destOrd="0" parTransId="{71D9D7E8-E59A-4CEC-9DE6-0EE9E2F38FD2}" sibTransId="{D07C2B1B-7366-447A-8E81-6AFB63FBB893}"/>
    <dgm:cxn modelId="{6C651A4F-89CB-4EDD-AB9E-0C55DA71DF87}" type="presOf" srcId="{40E0E829-FD25-4C21-835E-11DD27FBD593}" destId="{C53B5F59-2A5D-4BEC-A19A-A4538E94818F}" srcOrd="0" destOrd="0" presId="urn:microsoft.com/office/officeart/2005/8/layout/process1"/>
    <dgm:cxn modelId="{F00C7E58-11CD-4D2E-81A6-D1177286267E}" type="presOf" srcId="{8FBE9269-31DD-458E-8372-F4C85A5CD27F}" destId="{F786F6D9-F1C2-4A9D-B06C-4BDA584D9D69}" srcOrd="0" destOrd="0" presId="urn:microsoft.com/office/officeart/2005/8/layout/process1"/>
    <dgm:cxn modelId="{7ED61168-521F-453B-80BD-44A46FDDECF7}" type="presOf" srcId="{9A3B49EC-01AA-4F99-A68D-8103E8A2F61A}" destId="{7E205BF6-B419-4033-8821-4FA6DA8D166B}" srcOrd="0" destOrd="0" presId="urn:microsoft.com/office/officeart/2005/8/layout/process1"/>
    <dgm:cxn modelId="{A316F97E-CE33-4B9B-9242-B4B0E33090AF}" type="presOf" srcId="{4A442F38-DA66-4C66-A1D5-B40EE3A7BED7}" destId="{AC6DDF46-C1B4-4BBF-863F-902F77FDED51}" srcOrd="0" destOrd="0" presId="urn:microsoft.com/office/officeart/2005/8/layout/process1"/>
    <dgm:cxn modelId="{92A1B092-6E4A-495A-B3CF-22D9D9C4E821}" type="presOf" srcId="{D676BEC4-F195-4627-942B-41461933473C}" destId="{EC40F244-B3AF-4C06-A571-57951C8A835F}" srcOrd="1" destOrd="0" presId="urn:microsoft.com/office/officeart/2005/8/layout/process1"/>
    <dgm:cxn modelId="{82E47CA2-6F66-4A50-9AE3-8425F70E2397}" srcId="{40E0E829-FD25-4C21-835E-11DD27FBD593}" destId="{9A3B49EC-01AA-4F99-A68D-8103E8A2F61A}" srcOrd="0" destOrd="0" parTransId="{89347434-5A3D-4013-944B-00FABC25B6E5}" sibTransId="{8C341E7A-58B3-4573-AAB0-529109CCDB16}"/>
    <dgm:cxn modelId="{F25B53AD-3CBF-42C6-A485-7AA9B6009AE1}" type="presOf" srcId="{D07C2B1B-7366-447A-8E81-6AFB63FBB893}" destId="{3D0F8FE9-B06C-46A2-8F69-C1ED30BB0F1B}" srcOrd="0" destOrd="0" presId="urn:microsoft.com/office/officeart/2005/8/layout/process1"/>
    <dgm:cxn modelId="{050429EC-315B-4D5F-8A61-97D41FD3FB0A}" type="presOf" srcId="{8C341E7A-58B3-4573-AAB0-529109CCDB16}" destId="{9DFF2F58-8E89-4219-A24F-DE5477B66CF1}" srcOrd="1" destOrd="0" presId="urn:microsoft.com/office/officeart/2005/8/layout/process1"/>
    <dgm:cxn modelId="{428A3BA1-3631-4855-9F52-C3DAFB2A8B11}" type="presParOf" srcId="{C53B5F59-2A5D-4BEC-A19A-A4538E94818F}" destId="{7E205BF6-B419-4033-8821-4FA6DA8D166B}" srcOrd="0" destOrd="0" presId="urn:microsoft.com/office/officeart/2005/8/layout/process1"/>
    <dgm:cxn modelId="{E6C51058-3E46-4761-AE43-25AF7F6B93E8}" type="presParOf" srcId="{C53B5F59-2A5D-4BEC-A19A-A4538E94818F}" destId="{9D20AB00-49FE-423B-BB14-CB32D477F657}" srcOrd="1" destOrd="0" presId="urn:microsoft.com/office/officeart/2005/8/layout/process1"/>
    <dgm:cxn modelId="{711BD0F0-30C8-4F01-B668-9C81429D2D94}" type="presParOf" srcId="{9D20AB00-49FE-423B-BB14-CB32D477F657}" destId="{9DFF2F58-8E89-4219-A24F-DE5477B66CF1}" srcOrd="0" destOrd="0" presId="urn:microsoft.com/office/officeart/2005/8/layout/process1"/>
    <dgm:cxn modelId="{991C3830-7025-4DB6-90BC-825A7DA7B9DC}" type="presParOf" srcId="{C53B5F59-2A5D-4BEC-A19A-A4538E94818F}" destId="{F786F6D9-F1C2-4A9D-B06C-4BDA584D9D69}" srcOrd="2" destOrd="0" presId="urn:microsoft.com/office/officeart/2005/8/layout/process1"/>
    <dgm:cxn modelId="{7EF5B959-4EE6-444C-A5C6-C70937F561C5}" type="presParOf" srcId="{C53B5F59-2A5D-4BEC-A19A-A4538E94818F}" destId="{3D0F8FE9-B06C-46A2-8F69-C1ED30BB0F1B}" srcOrd="3" destOrd="0" presId="urn:microsoft.com/office/officeart/2005/8/layout/process1"/>
    <dgm:cxn modelId="{19595634-F33F-4649-B3B6-E4EE40254533}" type="presParOf" srcId="{3D0F8FE9-B06C-46A2-8F69-C1ED30BB0F1B}" destId="{0B040AA9-7C2D-4095-97F0-93C7ACAA5765}" srcOrd="0" destOrd="0" presId="urn:microsoft.com/office/officeart/2005/8/layout/process1"/>
    <dgm:cxn modelId="{318915AD-BCBD-407B-8F5B-11DB450B6EBC}" type="presParOf" srcId="{C53B5F59-2A5D-4BEC-A19A-A4538E94818F}" destId="{4DE1D5F4-1C60-439A-82E7-1CEFF729DCB0}" srcOrd="4" destOrd="0" presId="urn:microsoft.com/office/officeart/2005/8/layout/process1"/>
    <dgm:cxn modelId="{9F19FEF5-B358-48AB-B5F4-E09758E7F8AF}" type="presParOf" srcId="{C53B5F59-2A5D-4BEC-A19A-A4538E94818F}" destId="{185CF3C4-9E08-4F9E-B0A7-D746167B7CF7}" srcOrd="5" destOrd="0" presId="urn:microsoft.com/office/officeart/2005/8/layout/process1"/>
    <dgm:cxn modelId="{DE523CAA-DCD2-4C41-9643-00F0E304F347}" type="presParOf" srcId="{185CF3C4-9E08-4F9E-B0A7-D746167B7CF7}" destId="{EC40F244-B3AF-4C06-A571-57951C8A835F}" srcOrd="0" destOrd="0" presId="urn:microsoft.com/office/officeart/2005/8/layout/process1"/>
    <dgm:cxn modelId="{FBC5202D-A6AE-4F75-92A7-E48E809F68EC}" type="presParOf" srcId="{C53B5F59-2A5D-4BEC-A19A-A4538E94818F}" destId="{AC6DDF46-C1B4-4BBF-863F-902F77FDED51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FC80D2-53AA-4CE1-9E8B-FDC42E8947CB}" type="doc">
      <dgm:prSet loTypeId="urn:microsoft.com/office/officeart/2005/8/layout/hList1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NZ"/>
        </a:p>
      </dgm:t>
    </dgm:pt>
    <dgm:pt modelId="{0868D742-427B-43D2-BCCE-2CA5D8AE67A5}">
      <dgm:prSet/>
      <dgm:spPr/>
      <dgm:t>
        <a:bodyPr/>
        <a:lstStyle/>
        <a:p>
          <a:r>
            <a:rPr lang="mi-NZ" dirty="0" err="1"/>
            <a:t>This</a:t>
          </a:r>
          <a:r>
            <a:rPr lang="mi-NZ" dirty="0"/>
            <a:t> </a:t>
          </a:r>
          <a:r>
            <a:rPr lang="mi-NZ" dirty="0" err="1"/>
            <a:t>section</a:t>
          </a:r>
          <a:r>
            <a:rPr lang="mi-NZ" dirty="0"/>
            <a:t> </a:t>
          </a:r>
          <a:r>
            <a:rPr lang="mi-NZ" dirty="0" err="1"/>
            <a:t>introduces</a:t>
          </a:r>
          <a:r>
            <a:rPr lang="mi-NZ" dirty="0"/>
            <a:t> </a:t>
          </a:r>
          <a:r>
            <a:rPr lang="mi-NZ" dirty="0" err="1"/>
            <a:t>two</a:t>
          </a:r>
          <a:r>
            <a:rPr lang="mi-NZ" dirty="0"/>
            <a:t> </a:t>
          </a:r>
          <a:r>
            <a:rPr lang="mi-NZ" dirty="0" err="1"/>
            <a:t>analytical</a:t>
          </a:r>
          <a:r>
            <a:rPr lang="mi-NZ" dirty="0"/>
            <a:t> </a:t>
          </a:r>
          <a:r>
            <a:rPr lang="mi-NZ" dirty="0" err="1"/>
            <a:t>tools</a:t>
          </a:r>
          <a:r>
            <a:rPr lang="mi-NZ" dirty="0"/>
            <a:t> to </a:t>
          </a:r>
          <a:r>
            <a:rPr lang="mi-NZ" dirty="0" err="1"/>
            <a:t>explain</a:t>
          </a:r>
          <a:r>
            <a:rPr lang="mi-NZ" dirty="0"/>
            <a:t> </a:t>
          </a:r>
          <a:r>
            <a:rPr lang="mi-NZ" dirty="0" err="1"/>
            <a:t>the</a:t>
          </a:r>
          <a:r>
            <a:rPr lang="mi-NZ" dirty="0"/>
            <a:t> </a:t>
          </a:r>
          <a:r>
            <a:rPr lang="mi-NZ" dirty="0" err="1"/>
            <a:t>pricing</a:t>
          </a:r>
          <a:r>
            <a:rPr lang="mi-NZ" dirty="0"/>
            <a:t> and </a:t>
          </a:r>
          <a:r>
            <a:rPr lang="mi-NZ" dirty="0" err="1"/>
            <a:t>output</a:t>
          </a:r>
          <a:r>
            <a:rPr lang="mi-NZ" dirty="0"/>
            <a:t> </a:t>
          </a:r>
          <a:r>
            <a:rPr lang="mi-NZ" dirty="0" err="1"/>
            <a:t>decision</a:t>
          </a:r>
          <a:r>
            <a:rPr lang="mi-NZ" dirty="0"/>
            <a:t>.</a:t>
          </a:r>
          <a:endParaRPr lang="en-NZ" dirty="0"/>
        </a:p>
      </dgm:t>
    </dgm:pt>
    <dgm:pt modelId="{3216AAEF-9543-4F43-8FB3-1CD8DDDD2EB4}" type="parTrans" cxnId="{98673D5C-5FC5-4EDA-A521-B0863A3B6301}">
      <dgm:prSet/>
      <dgm:spPr/>
      <dgm:t>
        <a:bodyPr/>
        <a:lstStyle/>
        <a:p>
          <a:endParaRPr lang="en-NZ"/>
        </a:p>
      </dgm:t>
    </dgm:pt>
    <dgm:pt modelId="{A3A5AAFF-2C95-42A6-84F1-D7ECF22E44A4}" type="sibTrans" cxnId="{98673D5C-5FC5-4EDA-A521-B0863A3B6301}">
      <dgm:prSet/>
      <dgm:spPr/>
      <dgm:t>
        <a:bodyPr/>
        <a:lstStyle/>
        <a:p>
          <a:endParaRPr lang="en-NZ"/>
        </a:p>
      </dgm:t>
    </dgm:pt>
    <dgm:pt modelId="{8FBAD62B-472E-4F65-AB5B-A7D6017763D4}">
      <dgm:prSet/>
      <dgm:spPr/>
      <dgm:t>
        <a:bodyPr/>
        <a:lstStyle/>
        <a:p>
          <a:r>
            <a:rPr lang="mi-NZ"/>
            <a:t>These are </a:t>
          </a:r>
          <a:endParaRPr lang="en-NZ"/>
        </a:p>
      </dgm:t>
    </dgm:pt>
    <dgm:pt modelId="{954A1105-DA1A-4DD3-8F07-C34BB3286C77}" type="parTrans" cxnId="{E54D870E-40BF-41FC-8CB4-610750A631B7}">
      <dgm:prSet/>
      <dgm:spPr/>
      <dgm:t>
        <a:bodyPr/>
        <a:lstStyle/>
        <a:p>
          <a:endParaRPr lang="en-NZ"/>
        </a:p>
      </dgm:t>
    </dgm:pt>
    <dgm:pt modelId="{A7075629-7364-4957-B1D9-7284775C3E3A}" type="sibTrans" cxnId="{E54D870E-40BF-41FC-8CB4-610750A631B7}">
      <dgm:prSet/>
      <dgm:spPr/>
      <dgm:t>
        <a:bodyPr/>
        <a:lstStyle/>
        <a:p>
          <a:endParaRPr lang="en-NZ"/>
        </a:p>
      </dgm:t>
    </dgm:pt>
    <dgm:pt modelId="{8A766BDA-7FAC-4C4F-AC69-467A0A5AE377}">
      <dgm:prSet/>
      <dgm:spPr/>
      <dgm:t>
        <a:bodyPr/>
        <a:lstStyle/>
        <a:p>
          <a:r>
            <a:rPr lang="mi-NZ"/>
            <a:t>The Demand Curve</a:t>
          </a:r>
          <a:endParaRPr lang="en-NZ"/>
        </a:p>
      </dgm:t>
    </dgm:pt>
    <dgm:pt modelId="{CC69DB59-B827-4058-B9C2-94EBC82D99E5}" type="parTrans" cxnId="{C31C5C13-D706-4677-9CA8-6353A8F0DF49}">
      <dgm:prSet/>
      <dgm:spPr/>
      <dgm:t>
        <a:bodyPr/>
        <a:lstStyle/>
        <a:p>
          <a:endParaRPr lang="en-NZ"/>
        </a:p>
      </dgm:t>
    </dgm:pt>
    <dgm:pt modelId="{73DEFC37-9E7A-4DC7-98F4-04A60DFEB6AF}" type="sibTrans" cxnId="{C31C5C13-D706-4677-9CA8-6353A8F0DF49}">
      <dgm:prSet/>
      <dgm:spPr/>
      <dgm:t>
        <a:bodyPr/>
        <a:lstStyle/>
        <a:p>
          <a:endParaRPr lang="en-NZ"/>
        </a:p>
      </dgm:t>
    </dgm:pt>
    <dgm:pt modelId="{DDFEF5B8-540F-4F8F-BCDF-D0C239A79D44}">
      <dgm:prSet/>
      <dgm:spPr/>
      <dgm:t>
        <a:bodyPr/>
        <a:lstStyle/>
        <a:p>
          <a:r>
            <a:rPr lang="mi-NZ"/>
            <a:t>The Isoprofit Curve</a:t>
          </a:r>
          <a:endParaRPr lang="en-NZ"/>
        </a:p>
      </dgm:t>
    </dgm:pt>
    <dgm:pt modelId="{F34B2E41-6295-443A-8229-6D07128BAE2B}" type="parTrans" cxnId="{07B78DED-9906-467C-8859-C1EB9AE9F28C}">
      <dgm:prSet/>
      <dgm:spPr/>
      <dgm:t>
        <a:bodyPr/>
        <a:lstStyle/>
        <a:p>
          <a:endParaRPr lang="en-NZ"/>
        </a:p>
      </dgm:t>
    </dgm:pt>
    <dgm:pt modelId="{031FB025-EF18-45FC-8CA4-F894BC1FDDCC}" type="sibTrans" cxnId="{07B78DED-9906-467C-8859-C1EB9AE9F28C}">
      <dgm:prSet/>
      <dgm:spPr/>
      <dgm:t>
        <a:bodyPr/>
        <a:lstStyle/>
        <a:p>
          <a:endParaRPr lang="en-NZ"/>
        </a:p>
      </dgm:t>
    </dgm:pt>
    <dgm:pt modelId="{AD4CD25A-17B0-504D-AA06-C8D73F3671A6}">
      <dgm:prSet/>
      <dgm:spPr/>
      <dgm:t>
        <a:bodyPr/>
        <a:lstStyle/>
        <a:p>
          <a:r>
            <a:rPr lang="en-GB" dirty="0"/>
            <a:t>These are for firm selling differentiated product</a:t>
          </a:r>
        </a:p>
      </dgm:t>
    </dgm:pt>
    <dgm:pt modelId="{F968C90D-89C4-CA45-94BE-BFD5BC661578}" type="parTrans" cxnId="{6261AC90-F81F-7040-ACE3-C37AEDE19F44}">
      <dgm:prSet/>
      <dgm:spPr/>
      <dgm:t>
        <a:bodyPr/>
        <a:lstStyle/>
        <a:p>
          <a:endParaRPr lang="en-GB"/>
        </a:p>
      </dgm:t>
    </dgm:pt>
    <dgm:pt modelId="{310EEB80-CDFF-E84F-A28E-47DDEAEA4738}" type="sibTrans" cxnId="{6261AC90-F81F-7040-ACE3-C37AEDE19F44}">
      <dgm:prSet/>
      <dgm:spPr/>
      <dgm:t>
        <a:bodyPr/>
        <a:lstStyle/>
        <a:p>
          <a:endParaRPr lang="en-GB"/>
        </a:p>
      </dgm:t>
    </dgm:pt>
    <dgm:pt modelId="{2C38F252-B734-4185-AAB3-B8304FF236DD}" type="pres">
      <dgm:prSet presAssocID="{F9FC80D2-53AA-4CE1-9E8B-FDC42E8947CB}" presName="Name0" presStyleCnt="0">
        <dgm:presLayoutVars>
          <dgm:dir/>
          <dgm:animLvl val="lvl"/>
          <dgm:resizeHandles val="exact"/>
        </dgm:presLayoutVars>
      </dgm:prSet>
      <dgm:spPr/>
    </dgm:pt>
    <dgm:pt modelId="{7DB58AA6-C3B3-4A5F-8F5C-A9E05E66B823}" type="pres">
      <dgm:prSet presAssocID="{0868D742-427B-43D2-BCCE-2CA5D8AE67A5}" presName="composite" presStyleCnt="0"/>
      <dgm:spPr/>
    </dgm:pt>
    <dgm:pt modelId="{2D9DE509-14BE-4A1A-BA73-3FACF38ED406}" type="pres">
      <dgm:prSet presAssocID="{0868D742-427B-43D2-BCCE-2CA5D8AE67A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C2737A9B-F42D-48BD-8B92-A8AFAA40F6E5}" type="pres">
      <dgm:prSet presAssocID="{0868D742-427B-43D2-BCCE-2CA5D8AE67A5}" presName="desTx" presStyleLbl="alignAccFollowNode1" presStyleIdx="0" presStyleCnt="2">
        <dgm:presLayoutVars>
          <dgm:bulletEnabled val="1"/>
        </dgm:presLayoutVars>
      </dgm:prSet>
      <dgm:spPr/>
    </dgm:pt>
    <dgm:pt modelId="{D0985035-71B0-4D24-BC43-E0B0AF0CB3C3}" type="pres">
      <dgm:prSet presAssocID="{A3A5AAFF-2C95-42A6-84F1-D7ECF22E44A4}" presName="space" presStyleCnt="0"/>
      <dgm:spPr/>
    </dgm:pt>
    <dgm:pt modelId="{BB3B5AF0-4AC2-42AE-9A38-36E67B853CC0}" type="pres">
      <dgm:prSet presAssocID="{8FBAD62B-472E-4F65-AB5B-A7D6017763D4}" presName="composite" presStyleCnt="0"/>
      <dgm:spPr/>
    </dgm:pt>
    <dgm:pt modelId="{F9FCD0F8-527D-4089-92F1-36DABAB69D53}" type="pres">
      <dgm:prSet presAssocID="{8FBAD62B-472E-4F65-AB5B-A7D6017763D4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E1F8B0F8-B1FE-4EC3-8703-497C96E23224}" type="pres">
      <dgm:prSet presAssocID="{8FBAD62B-472E-4F65-AB5B-A7D6017763D4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E54D870E-40BF-41FC-8CB4-610750A631B7}" srcId="{F9FC80D2-53AA-4CE1-9E8B-FDC42E8947CB}" destId="{8FBAD62B-472E-4F65-AB5B-A7D6017763D4}" srcOrd="1" destOrd="0" parTransId="{954A1105-DA1A-4DD3-8F07-C34BB3286C77}" sibTransId="{A7075629-7364-4957-B1D9-7284775C3E3A}"/>
    <dgm:cxn modelId="{C31C5C13-D706-4677-9CA8-6353A8F0DF49}" srcId="{8FBAD62B-472E-4F65-AB5B-A7D6017763D4}" destId="{8A766BDA-7FAC-4C4F-AC69-467A0A5AE377}" srcOrd="0" destOrd="0" parTransId="{CC69DB59-B827-4058-B9C2-94EBC82D99E5}" sibTransId="{73DEFC37-9E7A-4DC7-98F4-04A60DFEB6AF}"/>
    <dgm:cxn modelId="{98673D5C-5FC5-4EDA-A521-B0863A3B6301}" srcId="{F9FC80D2-53AA-4CE1-9E8B-FDC42E8947CB}" destId="{0868D742-427B-43D2-BCCE-2CA5D8AE67A5}" srcOrd="0" destOrd="0" parTransId="{3216AAEF-9543-4F43-8FB3-1CD8DDDD2EB4}" sibTransId="{A3A5AAFF-2C95-42A6-84F1-D7ECF22E44A4}"/>
    <dgm:cxn modelId="{6261AC90-F81F-7040-ACE3-C37AEDE19F44}" srcId="{0868D742-427B-43D2-BCCE-2CA5D8AE67A5}" destId="{AD4CD25A-17B0-504D-AA06-C8D73F3671A6}" srcOrd="0" destOrd="0" parTransId="{F968C90D-89C4-CA45-94BE-BFD5BC661578}" sibTransId="{310EEB80-CDFF-E84F-A28E-47DDEAEA4738}"/>
    <dgm:cxn modelId="{171B59A1-A04A-4210-BD92-1D01963ABF17}" type="presOf" srcId="{0868D742-427B-43D2-BCCE-2CA5D8AE67A5}" destId="{2D9DE509-14BE-4A1A-BA73-3FACF38ED406}" srcOrd="0" destOrd="0" presId="urn:microsoft.com/office/officeart/2005/8/layout/hList1"/>
    <dgm:cxn modelId="{B16D49A4-4ACF-422B-96CF-62575B7F3862}" type="presOf" srcId="{F9FC80D2-53AA-4CE1-9E8B-FDC42E8947CB}" destId="{2C38F252-B734-4185-AAB3-B8304FF236DD}" srcOrd="0" destOrd="0" presId="urn:microsoft.com/office/officeart/2005/8/layout/hList1"/>
    <dgm:cxn modelId="{F71EB5B1-DECE-4DF2-98AF-4B5AB94BE4A5}" type="presOf" srcId="{DDFEF5B8-540F-4F8F-BCDF-D0C239A79D44}" destId="{E1F8B0F8-B1FE-4EC3-8703-497C96E23224}" srcOrd="0" destOrd="1" presId="urn:microsoft.com/office/officeart/2005/8/layout/hList1"/>
    <dgm:cxn modelId="{7BCD26B9-D926-B143-81A5-1012E239663E}" type="presOf" srcId="{AD4CD25A-17B0-504D-AA06-C8D73F3671A6}" destId="{C2737A9B-F42D-48BD-8B92-A8AFAA40F6E5}" srcOrd="0" destOrd="0" presId="urn:microsoft.com/office/officeart/2005/8/layout/hList1"/>
    <dgm:cxn modelId="{29B8A5E0-FADB-41D2-AB6E-62903FB839E8}" type="presOf" srcId="{8FBAD62B-472E-4F65-AB5B-A7D6017763D4}" destId="{F9FCD0F8-527D-4089-92F1-36DABAB69D53}" srcOrd="0" destOrd="0" presId="urn:microsoft.com/office/officeart/2005/8/layout/hList1"/>
    <dgm:cxn modelId="{738A21E1-C85C-4DD5-AED3-688A19C9B11E}" type="presOf" srcId="{8A766BDA-7FAC-4C4F-AC69-467A0A5AE377}" destId="{E1F8B0F8-B1FE-4EC3-8703-497C96E23224}" srcOrd="0" destOrd="0" presId="urn:microsoft.com/office/officeart/2005/8/layout/hList1"/>
    <dgm:cxn modelId="{07B78DED-9906-467C-8859-C1EB9AE9F28C}" srcId="{8FBAD62B-472E-4F65-AB5B-A7D6017763D4}" destId="{DDFEF5B8-540F-4F8F-BCDF-D0C239A79D44}" srcOrd="1" destOrd="0" parTransId="{F34B2E41-6295-443A-8229-6D07128BAE2B}" sibTransId="{031FB025-EF18-45FC-8CA4-F894BC1FDDCC}"/>
    <dgm:cxn modelId="{4153F53E-7EFC-4FF1-BE3D-26C2E85E7426}" type="presParOf" srcId="{2C38F252-B734-4185-AAB3-B8304FF236DD}" destId="{7DB58AA6-C3B3-4A5F-8F5C-A9E05E66B823}" srcOrd="0" destOrd="0" presId="urn:microsoft.com/office/officeart/2005/8/layout/hList1"/>
    <dgm:cxn modelId="{0DB5E60D-7526-49B5-ADC1-4BC824480333}" type="presParOf" srcId="{7DB58AA6-C3B3-4A5F-8F5C-A9E05E66B823}" destId="{2D9DE509-14BE-4A1A-BA73-3FACF38ED406}" srcOrd="0" destOrd="0" presId="urn:microsoft.com/office/officeart/2005/8/layout/hList1"/>
    <dgm:cxn modelId="{A4F50D92-136D-4D48-B265-13E25EB90310}" type="presParOf" srcId="{7DB58AA6-C3B3-4A5F-8F5C-A9E05E66B823}" destId="{C2737A9B-F42D-48BD-8B92-A8AFAA40F6E5}" srcOrd="1" destOrd="0" presId="urn:microsoft.com/office/officeart/2005/8/layout/hList1"/>
    <dgm:cxn modelId="{D98BA3FB-5237-4E74-BACF-A55567A8106E}" type="presParOf" srcId="{2C38F252-B734-4185-AAB3-B8304FF236DD}" destId="{D0985035-71B0-4D24-BC43-E0B0AF0CB3C3}" srcOrd="1" destOrd="0" presId="urn:microsoft.com/office/officeart/2005/8/layout/hList1"/>
    <dgm:cxn modelId="{6B9D416C-CBF6-464F-8AF7-18EDAEE4F6D2}" type="presParOf" srcId="{2C38F252-B734-4185-AAB3-B8304FF236DD}" destId="{BB3B5AF0-4AC2-42AE-9A38-36E67B853CC0}" srcOrd="2" destOrd="0" presId="urn:microsoft.com/office/officeart/2005/8/layout/hList1"/>
    <dgm:cxn modelId="{10B4771A-7134-49B0-BD72-A9CCF60E7D75}" type="presParOf" srcId="{BB3B5AF0-4AC2-42AE-9A38-36E67B853CC0}" destId="{F9FCD0F8-527D-4089-92F1-36DABAB69D53}" srcOrd="0" destOrd="0" presId="urn:microsoft.com/office/officeart/2005/8/layout/hList1"/>
    <dgm:cxn modelId="{E8EE0E63-9EC9-40C2-8F0A-8017CAFF16D1}" type="presParOf" srcId="{BB3B5AF0-4AC2-42AE-9A38-36E67B853CC0}" destId="{E1F8B0F8-B1FE-4EC3-8703-497C96E2322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0A88C5A-16A8-4D8B-A870-A7E4E43F3DB0}" type="doc">
      <dgm:prSet loTypeId="urn:microsoft.com/office/officeart/2005/8/layout/bProcess3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45733339-B647-45CE-AB3C-657BDF97273D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mi-NZ" dirty="0" err="1"/>
            <a:t>Profit</a:t>
          </a:r>
          <a:r>
            <a:rPr lang="mi-NZ" dirty="0"/>
            <a:t> = </a:t>
          </a:r>
          <a:r>
            <a:rPr lang="mi-NZ" dirty="0" err="1"/>
            <a:t>Total</a:t>
          </a:r>
          <a:r>
            <a:rPr lang="mi-NZ" dirty="0"/>
            <a:t> </a:t>
          </a:r>
          <a:r>
            <a:rPr lang="mi-NZ" dirty="0" err="1"/>
            <a:t>Revenue</a:t>
          </a:r>
          <a:r>
            <a:rPr lang="mi-NZ" dirty="0"/>
            <a:t>  – </a:t>
          </a:r>
          <a:r>
            <a:rPr lang="mi-NZ" dirty="0" err="1"/>
            <a:t>Total</a:t>
          </a:r>
          <a:r>
            <a:rPr lang="mi-NZ" dirty="0"/>
            <a:t> </a:t>
          </a:r>
          <a:r>
            <a:rPr lang="mi-NZ" dirty="0" err="1"/>
            <a:t>Cost</a:t>
          </a:r>
          <a:endParaRPr lang="en-US" dirty="0"/>
        </a:p>
      </dgm:t>
    </dgm:pt>
    <dgm:pt modelId="{A06101EC-44E8-436A-8BBA-33265AD6471E}" type="parTrans" cxnId="{FFA18A5A-CEC9-44D4-88D1-DABDB359059D}">
      <dgm:prSet/>
      <dgm:spPr/>
      <dgm:t>
        <a:bodyPr/>
        <a:lstStyle/>
        <a:p>
          <a:endParaRPr lang="en-US"/>
        </a:p>
      </dgm:t>
    </dgm:pt>
    <dgm:pt modelId="{92D329CA-B158-47D8-8F7E-EF7CB3AEF076}" type="sibTrans" cxnId="{FFA18A5A-CEC9-44D4-88D1-DABDB359059D}">
      <dgm:prSet/>
      <dgm:spPr/>
      <dgm:t>
        <a:bodyPr/>
        <a:lstStyle/>
        <a:p>
          <a:endParaRPr lang="en-US"/>
        </a:p>
      </dgm:t>
    </dgm:pt>
    <dgm:pt modelId="{D93EC57A-B006-4C3A-AB5C-004514A585A1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mi-NZ"/>
            <a:t>= TR - TC</a:t>
          </a:r>
          <a:endParaRPr lang="en-US"/>
        </a:p>
      </dgm:t>
    </dgm:pt>
    <dgm:pt modelId="{C0D92FC7-280B-4499-B0C1-60865F3E1051}" type="parTrans" cxnId="{03B34B0A-9770-44D4-8D8E-BC3160F82D28}">
      <dgm:prSet/>
      <dgm:spPr/>
      <dgm:t>
        <a:bodyPr/>
        <a:lstStyle/>
        <a:p>
          <a:endParaRPr lang="en-US"/>
        </a:p>
      </dgm:t>
    </dgm:pt>
    <dgm:pt modelId="{5A686C52-F4A2-436F-A102-1022F59D7059}" type="sibTrans" cxnId="{03B34B0A-9770-44D4-8D8E-BC3160F82D28}">
      <dgm:prSet/>
      <dgm:spPr/>
      <dgm:t>
        <a:bodyPr/>
        <a:lstStyle/>
        <a:p>
          <a:endParaRPr lang="en-US"/>
        </a:p>
      </dgm:t>
    </dgm:pt>
    <dgm:pt modelId="{059B7E78-A324-4512-92E4-183D6D6A1AFE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mi-NZ"/>
            <a:t>= PQ – (unit-cost)Q</a:t>
          </a:r>
          <a:endParaRPr lang="en-US"/>
        </a:p>
      </dgm:t>
    </dgm:pt>
    <dgm:pt modelId="{9ECC04EF-664A-438C-A9F3-8A3717AB15E3}" type="parTrans" cxnId="{0C794B0F-8BC8-439A-95AB-14F6B9B66F16}">
      <dgm:prSet/>
      <dgm:spPr/>
      <dgm:t>
        <a:bodyPr/>
        <a:lstStyle/>
        <a:p>
          <a:endParaRPr lang="en-US"/>
        </a:p>
      </dgm:t>
    </dgm:pt>
    <dgm:pt modelId="{BF569596-8591-4486-B0AB-7568F67DD15B}" type="sibTrans" cxnId="{0C794B0F-8BC8-439A-95AB-14F6B9B66F16}">
      <dgm:prSet/>
      <dgm:spPr/>
      <dgm:t>
        <a:bodyPr/>
        <a:lstStyle/>
        <a:p>
          <a:endParaRPr lang="en-US"/>
        </a:p>
      </dgm:t>
    </dgm:pt>
    <dgm:pt modelId="{DB5627A9-293F-468A-951F-1A6D65A97249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mi-NZ" i="1" dirty="0" err="1"/>
            <a:t>Assuming</a:t>
          </a:r>
          <a:r>
            <a:rPr lang="mi-NZ" i="1" dirty="0"/>
            <a:t> </a:t>
          </a:r>
          <a:r>
            <a:rPr lang="mi-NZ" i="1" dirty="0" err="1"/>
            <a:t>the</a:t>
          </a:r>
          <a:r>
            <a:rPr lang="mi-NZ" i="1" dirty="0"/>
            <a:t> </a:t>
          </a:r>
          <a:r>
            <a:rPr lang="mi-NZ" i="1" dirty="0" err="1"/>
            <a:t>costs</a:t>
          </a:r>
          <a:r>
            <a:rPr lang="mi-NZ" i="1" dirty="0"/>
            <a:t> are a </a:t>
          </a:r>
          <a:r>
            <a:rPr lang="mi-NZ" i="1" dirty="0" err="1"/>
            <a:t>constant</a:t>
          </a:r>
          <a:r>
            <a:rPr lang="mi-NZ" i="1" dirty="0"/>
            <a:t> </a:t>
          </a:r>
          <a:r>
            <a:rPr lang="mi-NZ" i="1" dirty="0" err="1"/>
            <a:t>unit</a:t>
          </a:r>
          <a:r>
            <a:rPr lang="mi-NZ" dirty="0"/>
            <a:t>. </a:t>
          </a:r>
          <a:endParaRPr lang="en-US" dirty="0"/>
        </a:p>
      </dgm:t>
    </dgm:pt>
    <dgm:pt modelId="{D4266113-9613-4AFF-ADAD-A7D6C95A674F}" type="parTrans" cxnId="{AB75DF81-7CE4-4FFC-8BC3-6377D7950D0E}">
      <dgm:prSet/>
      <dgm:spPr/>
      <dgm:t>
        <a:bodyPr/>
        <a:lstStyle/>
        <a:p>
          <a:endParaRPr lang="en-US"/>
        </a:p>
      </dgm:t>
    </dgm:pt>
    <dgm:pt modelId="{88D7933F-3D1E-4BF4-AD0D-79E2C0405B59}" type="sibTrans" cxnId="{AB75DF81-7CE4-4FFC-8BC3-6377D7950D0E}">
      <dgm:prSet/>
      <dgm:spPr/>
      <dgm:t>
        <a:bodyPr/>
        <a:lstStyle/>
        <a:p>
          <a:endParaRPr lang="en-US"/>
        </a:p>
      </dgm:t>
    </dgm:pt>
    <dgm:pt modelId="{66483761-0A3F-4A16-9905-F0477962029B}" type="pres">
      <dgm:prSet presAssocID="{A0A88C5A-16A8-4D8B-A870-A7E4E43F3DB0}" presName="Name0" presStyleCnt="0">
        <dgm:presLayoutVars>
          <dgm:dir/>
          <dgm:resizeHandles val="exact"/>
        </dgm:presLayoutVars>
      </dgm:prSet>
      <dgm:spPr/>
    </dgm:pt>
    <dgm:pt modelId="{3F2E6296-63A9-4637-8323-248C1BD9622B}" type="pres">
      <dgm:prSet presAssocID="{45733339-B647-45CE-AB3C-657BDF97273D}" presName="node" presStyleLbl="node1" presStyleIdx="0" presStyleCnt="4">
        <dgm:presLayoutVars>
          <dgm:bulletEnabled val="1"/>
        </dgm:presLayoutVars>
      </dgm:prSet>
      <dgm:spPr/>
    </dgm:pt>
    <dgm:pt modelId="{FA1FB312-9D65-4A2E-952F-388F2DE59586}" type="pres">
      <dgm:prSet presAssocID="{92D329CA-B158-47D8-8F7E-EF7CB3AEF076}" presName="sibTrans" presStyleLbl="sibTrans1D1" presStyleIdx="0" presStyleCnt="3"/>
      <dgm:spPr/>
    </dgm:pt>
    <dgm:pt modelId="{00812F85-AF6D-4FC6-8930-7BBD85EDA4FD}" type="pres">
      <dgm:prSet presAssocID="{92D329CA-B158-47D8-8F7E-EF7CB3AEF076}" presName="connectorText" presStyleLbl="sibTrans1D1" presStyleIdx="0" presStyleCnt="3"/>
      <dgm:spPr/>
    </dgm:pt>
    <dgm:pt modelId="{507F0936-A0C2-4899-B7DC-FF7DBBAD3B6C}" type="pres">
      <dgm:prSet presAssocID="{D93EC57A-B006-4C3A-AB5C-004514A585A1}" presName="node" presStyleLbl="node1" presStyleIdx="1" presStyleCnt="4">
        <dgm:presLayoutVars>
          <dgm:bulletEnabled val="1"/>
        </dgm:presLayoutVars>
      </dgm:prSet>
      <dgm:spPr/>
    </dgm:pt>
    <dgm:pt modelId="{C720EE82-911C-4DF6-84F5-FEDCD7D0A752}" type="pres">
      <dgm:prSet presAssocID="{5A686C52-F4A2-436F-A102-1022F59D7059}" presName="sibTrans" presStyleLbl="sibTrans1D1" presStyleIdx="1" presStyleCnt="3"/>
      <dgm:spPr/>
    </dgm:pt>
    <dgm:pt modelId="{9DE15EC3-5080-461B-8C61-975D0041F8A2}" type="pres">
      <dgm:prSet presAssocID="{5A686C52-F4A2-436F-A102-1022F59D7059}" presName="connectorText" presStyleLbl="sibTrans1D1" presStyleIdx="1" presStyleCnt="3"/>
      <dgm:spPr/>
    </dgm:pt>
    <dgm:pt modelId="{7424E4F3-37D5-488E-A9A3-DD9A8BEE8269}" type="pres">
      <dgm:prSet presAssocID="{059B7E78-A324-4512-92E4-183D6D6A1AFE}" presName="node" presStyleLbl="node1" presStyleIdx="2" presStyleCnt="4">
        <dgm:presLayoutVars>
          <dgm:bulletEnabled val="1"/>
        </dgm:presLayoutVars>
      </dgm:prSet>
      <dgm:spPr/>
    </dgm:pt>
    <dgm:pt modelId="{E4772FC2-9CE9-42B3-A198-CDDA677379A5}" type="pres">
      <dgm:prSet presAssocID="{BF569596-8591-4486-B0AB-7568F67DD15B}" presName="sibTrans" presStyleLbl="sibTrans1D1" presStyleIdx="2" presStyleCnt="3"/>
      <dgm:spPr/>
    </dgm:pt>
    <dgm:pt modelId="{B11F1020-973D-4BDA-9CB0-77372B643BFE}" type="pres">
      <dgm:prSet presAssocID="{BF569596-8591-4486-B0AB-7568F67DD15B}" presName="connectorText" presStyleLbl="sibTrans1D1" presStyleIdx="2" presStyleCnt="3"/>
      <dgm:spPr/>
    </dgm:pt>
    <dgm:pt modelId="{D84B3512-5329-4243-941F-80FD9A3AF040}" type="pres">
      <dgm:prSet presAssocID="{DB5627A9-293F-468A-951F-1A6D65A97249}" presName="node" presStyleLbl="node1" presStyleIdx="3" presStyleCnt="4">
        <dgm:presLayoutVars>
          <dgm:bulletEnabled val="1"/>
        </dgm:presLayoutVars>
      </dgm:prSet>
      <dgm:spPr/>
    </dgm:pt>
  </dgm:ptLst>
  <dgm:cxnLst>
    <dgm:cxn modelId="{03B34B0A-9770-44D4-8D8E-BC3160F82D28}" srcId="{A0A88C5A-16A8-4D8B-A870-A7E4E43F3DB0}" destId="{D93EC57A-B006-4C3A-AB5C-004514A585A1}" srcOrd="1" destOrd="0" parTransId="{C0D92FC7-280B-4499-B0C1-60865F3E1051}" sibTransId="{5A686C52-F4A2-436F-A102-1022F59D7059}"/>
    <dgm:cxn modelId="{0C794B0F-8BC8-439A-95AB-14F6B9B66F16}" srcId="{A0A88C5A-16A8-4D8B-A870-A7E4E43F3DB0}" destId="{059B7E78-A324-4512-92E4-183D6D6A1AFE}" srcOrd="2" destOrd="0" parTransId="{9ECC04EF-664A-438C-A9F3-8A3717AB15E3}" sibTransId="{BF569596-8591-4486-B0AB-7568F67DD15B}"/>
    <dgm:cxn modelId="{421CE20F-3A82-471F-A9CD-6B3BFCD600E1}" type="presOf" srcId="{92D329CA-B158-47D8-8F7E-EF7CB3AEF076}" destId="{00812F85-AF6D-4FC6-8930-7BBD85EDA4FD}" srcOrd="1" destOrd="0" presId="urn:microsoft.com/office/officeart/2005/8/layout/bProcess3"/>
    <dgm:cxn modelId="{ADF40440-3F2E-432B-9243-F52794C58E9C}" type="presOf" srcId="{5A686C52-F4A2-436F-A102-1022F59D7059}" destId="{9DE15EC3-5080-461B-8C61-975D0041F8A2}" srcOrd="1" destOrd="0" presId="urn:microsoft.com/office/officeart/2005/8/layout/bProcess3"/>
    <dgm:cxn modelId="{40FD7854-8D04-4E04-8B04-BF094F723302}" type="presOf" srcId="{A0A88C5A-16A8-4D8B-A870-A7E4E43F3DB0}" destId="{66483761-0A3F-4A16-9905-F0477962029B}" srcOrd="0" destOrd="0" presId="urn:microsoft.com/office/officeart/2005/8/layout/bProcess3"/>
    <dgm:cxn modelId="{FFA18A5A-CEC9-44D4-88D1-DABDB359059D}" srcId="{A0A88C5A-16A8-4D8B-A870-A7E4E43F3DB0}" destId="{45733339-B647-45CE-AB3C-657BDF97273D}" srcOrd="0" destOrd="0" parTransId="{A06101EC-44E8-436A-8BBA-33265AD6471E}" sibTransId="{92D329CA-B158-47D8-8F7E-EF7CB3AEF076}"/>
    <dgm:cxn modelId="{E0292867-BD25-4B6A-A951-593F5BB30FEA}" type="presOf" srcId="{DB5627A9-293F-468A-951F-1A6D65A97249}" destId="{D84B3512-5329-4243-941F-80FD9A3AF040}" srcOrd="0" destOrd="0" presId="urn:microsoft.com/office/officeart/2005/8/layout/bProcess3"/>
    <dgm:cxn modelId="{9AF32F6D-F7FA-4D19-B4ED-06C8F78A6522}" type="presOf" srcId="{92D329CA-B158-47D8-8F7E-EF7CB3AEF076}" destId="{FA1FB312-9D65-4A2E-952F-388F2DE59586}" srcOrd="0" destOrd="0" presId="urn:microsoft.com/office/officeart/2005/8/layout/bProcess3"/>
    <dgm:cxn modelId="{4858716E-F737-4AB1-B2D8-EB2C261145DD}" type="presOf" srcId="{059B7E78-A324-4512-92E4-183D6D6A1AFE}" destId="{7424E4F3-37D5-488E-A9A3-DD9A8BEE8269}" srcOrd="0" destOrd="0" presId="urn:microsoft.com/office/officeart/2005/8/layout/bProcess3"/>
    <dgm:cxn modelId="{E0E1947F-08B7-4A4F-A257-D24474A4C465}" type="presOf" srcId="{45733339-B647-45CE-AB3C-657BDF97273D}" destId="{3F2E6296-63A9-4637-8323-248C1BD9622B}" srcOrd="0" destOrd="0" presId="urn:microsoft.com/office/officeart/2005/8/layout/bProcess3"/>
    <dgm:cxn modelId="{AB75DF81-7CE4-4FFC-8BC3-6377D7950D0E}" srcId="{A0A88C5A-16A8-4D8B-A870-A7E4E43F3DB0}" destId="{DB5627A9-293F-468A-951F-1A6D65A97249}" srcOrd="3" destOrd="0" parTransId="{D4266113-9613-4AFF-ADAD-A7D6C95A674F}" sibTransId="{88D7933F-3D1E-4BF4-AD0D-79E2C0405B59}"/>
    <dgm:cxn modelId="{FC6AF48C-19CD-46F1-8B5D-A5883F72E3A3}" type="presOf" srcId="{BF569596-8591-4486-B0AB-7568F67DD15B}" destId="{E4772FC2-9CE9-42B3-A198-CDDA677379A5}" srcOrd="0" destOrd="0" presId="urn:microsoft.com/office/officeart/2005/8/layout/bProcess3"/>
    <dgm:cxn modelId="{44E3D192-9F85-451D-AA05-89E02679F930}" type="presOf" srcId="{D93EC57A-B006-4C3A-AB5C-004514A585A1}" destId="{507F0936-A0C2-4899-B7DC-FF7DBBAD3B6C}" srcOrd="0" destOrd="0" presId="urn:microsoft.com/office/officeart/2005/8/layout/bProcess3"/>
    <dgm:cxn modelId="{2903879E-0873-441E-8F4F-5844AD0CE9DB}" type="presOf" srcId="{5A686C52-F4A2-436F-A102-1022F59D7059}" destId="{C720EE82-911C-4DF6-84F5-FEDCD7D0A752}" srcOrd="0" destOrd="0" presId="urn:microsoft.com/office/officeart/2005/8/layout/bProcess3"/>
    <dgm:cxn modelId="{20CA7CE7-C473-42A5-8BC8-610374319505}" type="presOf" srcId="{BF569596-8591-4486-B0AB-7568F67DD15B}" destId="{B11F1020-973D-4BDA-9CB0-77372B643BFE}" srcOrd="1" destOrd="0" presId="urn:microsoft.com/office/officeart/2005/8/layout/bProcess3"/>
    <dgm:cxn modelId="{0AB9701B-7336-41A2-BF44-A489A3E13776}" type="presParOf" srcId="{66483761-0A3F-4A16-9905-F0477962029B}" destId="{3F2E6296-63A9-4637-8323-248C1BD9622B}" srcOrd="0" destOrd="0" presId="urn:microsoft.com/office/officeart/2005/8/layout/bProcess3"/>
    <dgm:cxn modelId="{002E63EC-448B-47C2-BFA7-10FC3BC5A218}" type="presParOf" srcId="{66483761-0A3F-4A16-9905-F0477962029B}" destId="{FA1FB312-9D65-4A2E-952F-388F2DE59586}" srcOrd="1" destOrd="0" presId="urn:microsoft.com/office/officeart/2005/8/layout/bProcess3"/>
    <dgm:cxn modelId="{C489F405-8D56-44BC-9968-F69339BA5CAB}" type="presParOf" srcId="{FA1FB312-9D65-4A2E-952F-388F2DE59586}" destId="{00812F85-AF6D-4FC6-8930-7BBD85EDA4FD}" srcOrd="0" destOrd="0" presId="urn:microsoft.com/office/officeart/2005/8/layout/bProcess3"/>
    <dgm:cxn modelId="{DC6F844C-DE5C-42AD-BAA6-4A9E16913290}" type="presParOf" srcId="{66483761-0A3F-4A16-9905-F0477962029B}" destId="{507F0936-A0C2-4899-B7DC-FF7DBBAD3B6C}" srcOrd="2" destOrd="0" presId="urn:microsoft.com/office/officeart/2005/8/layout/bProcess3"/>
    <dgm:cxn modelId="{95415AE2-9F38-4AB6-99AA-675C279CF599}" type="presParOf" srcId="{66483761-0A3F-4A16-9905-F0477962029B}" destId="{C720EE82-911C-4DF6-84F5-FEDCD7D0A752}" srcOrd="3" destOrd="0" presId="urn:microsoft.com/office/officeart/2005/8/layout/bProcess3"/>
    <dgm:cxn modelId="{B2C37D69-7EE4-43AA-926F-6066FDA61DDE}" type="presParOf" srcId="{C720EE82-911C-4DF6-84F5-FEDCD7D0A752}" destId="{9DE15EC3-5080-461B-8C61-975D0041F8A2}" srcOrd="0" destOrd="0" presId="urn:microsoft.com/office/officeart/2005/8/layout/bProcess3"/>
    <dgm:cxn modelId="{59BF259A-AEE9-41E4-8070-470578E4895A}" type="presParOf" srcId="{66483761-0A3F-4A16-9905-F0477962029B}" destId="{7424E4F3-37D5-488E-A9A3-DD9A8BEE8269}" srcOrd="4" destOrd="0" presId="urn:microsoft.com/office/officeart/2005/8/layout/bProcess3"/>
    <dgm:cxn modelId="{8E6613C3-9F74-4787-BAC0-34C06C470E92}" type="presParOf" srcId="{66483761-0A3F-4A16-9905-F0477962029B}" destId="{E4772FC2-9CE9-42B3-A198-CDDA677379A5}" srcOrd="5" destOrd="0" presId="urn:microsoft.com/office/officeart/2005/8/layout/bProcess3"/>
    <dgm:cxn modelId="{297F9AF0-63E5-4F5A-AB5B-84E95968CB2E}" type="presParOf" srcId="{E4772FC2-9CE9-42B3-A198-CDDA677379A5}" destId="{B11F1020-973D-4BDA-9CB0-77372B643BFE}" srcOrd="0" destOrd="0" presId="urn:microsoft.com/office/officeart/2005/8/layout/bProcess3"/>
    <dgm:cxn modelId="{209F31F3-A0BB-4BEB-87CC-11532466246C}" type="presParOf" srcId="{66483761-0A3F-4A16-9905-F0477962029B}" destId="{D84B3512-5329-4243-941F-80FD9A3AF040}" srcOrd="6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A48510C-58B1-4735-969E-7AD17C948BFB}" type="doc">
      <dgm:prSet loTypeId="urn:microsoft.com/office/officeart/2009/3/layout/SubStepProcess" loCatId="process" qsTypeId="urn:microsoft.com/office/officeart/2005/8/quickstyle/simple2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684D3595-21B5-4C77-B9D9-CFB33E534B24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mi-NZ" dirty="0" err="1"/>
            <a:t>Given</a:t>
          </a:r>
          <a:r>
            <a:rPr lang="mi-NZ" dirty="0"/>
            <a:t> a </a:t>
          </a:r>
          <a:r>
            <a:rPr lang="mi-NZ" dirty="0" err="1"/>
            <a:t>unit</a:t>
          </a:r>
          <a:r>
            <a:rPr lang="mi-NZ" dirty="0"/>
            <a:t> </a:t>
          </a:r>
          <a:r>
            <a:rPr lang="mi-NZ" dirty="0" err="1"/>
            <a:t>cost</a:t>
          </a:r>
          <a:r>
            <a:rPr lang="mi-NZ" dirty="0"/>
            <a:t> </a:t>
          </a:r>
          <a:r>
            <a:rPr lang="mi-NZ" dirty="0" err="1"/>
            <a:t>of</a:t>
          </a:r>
          <a:r>
            <a:rPr lang="mi-NZ" dirty="0"/>
            <a:t> $2 </a:t>
          </a:r>
          <a:r>
            <a:rPr lang="mi-NZ" dirty="0" err="1"/>
            <a:t>per</a:t>
          </a:r>
          <a:r>
            <a:rPr lang="mi-NZ" dirty="0"/>
            <a:t> </a:t>
          </a:r>
          <a:r>
            <a:rPr lang="mi-NZ" dirty="0" err="1"/>
            <a:t>pound</a:t>
          </a:r>
          <a:r>
            <a:rPr lang="mi-NZ" dirty="0"/>
            <a:t>, </a:t>
          </a:r>
          <a:r>
            <a:rPr lang="mi-NZ" dirty="0" err="1"/>
            <a:t>the</a:t>
          </a:r>
          <a:r>
            <a:rPr lang="mi-NZ" dirty="0"/>
            <a:t> </a:t>
          </a:r>
          <a:r>
            <a:rPr lang="mi-NZ" dirty="0" err="1"/>
            <a:t>firm</a:t>
          </a:r>
          <a:r>
            <a:rPr lang="mi-NZ" dirty="0"/>
            <a:t> </a:t>
          </a:r>
          <a:r>
            <a:rPr lang="mi-NZ" dirty="0" err="1"/>
            <a:t>could</a:t>
          </a:r>
          <a:r>
            <a:rPr lang="mi-NZ" dirty="0"/>
            <a:t> make a </a:t>
          </a:r>
          <a:r>
            <a:rPr lang="mi-NZ" dirty="0" err="1"/>
            <a:t>profit</a:t>
          </a:r>
          <a:r>
            <a:rPr lang="mi-NZ" dirty="0"/>
            <a:t> </a:t>
          </a:r>
          <a:r>
            <a:rPr lang="mi-NZ" dirty="0" err="1"/>
            <a:t>of</a:t>
          </a:r>
          <a:r>
            <a:rPr lang="mi-NZ" dirty="0"/>
            <a:t> $60,000 </a:t>
          </a:r>
          <a:r>
            <a:rPr lang="mi-NZ" dirty="0" err="1"/>
            <a:t>by</a:t>
          </a:r>
          <a:endParaRPr lang="en-US" dirty="0"/>
        </a:p>
      </dgm:t>
    </dgm:pt>
    <dgm:pt modelId="{8F19B06D-BB24-4678-B02C-09117D7BCC6F}" type="parTrans" cxnId="{C6FD716C-9465-4E31-A796-F2C9FAE2DE17}">
      <dgm:prSet/>
      <dgm:spPr/>
      <dgm:t>
        <a:bodyPr/>
        <a:lstStyle/>
        <a:p>
          <a:endParaRPr lang="en-US"/>
        </a:p>
      </dgm:t>
    </dgm:pt>
    <dgm:pt modelId="{80B9B011-F66D-4249-AD3D-BFFCAE509511}" type="sibTrans" cxnId="{C6FD716C-9465-4E31-A796-F2C9FAE2DE17}">
      <dgm:prSet/>
      <dgm:spPr/>
      <dgm:t>
        <a:bodyPr/>
        <a:lstStyle/>
        <a:p>
          <a:endParaRPr lang="en-US"/>
        </a:p>
      </dgm:t>
    </dgm:pt>
    <dgm:pt modelId="{7677F119-E06F-41D6-A32F-976790D1C890}">
      <dgm:prSet/>
      <dgm:spPr/>
      <dgm:t>
        <a:bodyPr/>
        <a:lstStyle/>
        <a:p>
          <a:r>
            <a:rPr lang="mi-NZ"/>
            <a:t>Selling 60,000 units for $3</a:t>
          </a:r>
          <a:r>
            <a:rPr lang="en-NZ"/>
            <a:t> or</a:t>
          </a:r>
          <a:endParaRPr lang="en-US"/>
        </a:p>
      </dgm:t>
    </dgm:pt>
    <dgm:pt modelId="{8E8B47D3-B52D-40CC-BB92-424E56B438AF}" type="parTrans" cxnId="{42C72C47-517A-4362-B38B-AE1E3A671B98}">
      <dgm:prSet/>
      <dgm:spPr/>
      <dgm:t>
        <a:bodyPr/>
        <a:lstStyle/>
        <a:p>
          <a:endParaRPr lang="en-US"/>
        </a:p>
      </dgm:t>
    </dgm:pt>
    <dgm:pt modelId="{B5A412E8-B561-46ED-9870-1E7756E3196F}" type="sibTrans" cxnId="{42C72C47-517A-4362-B38B-AE1E3A671B98}">
      <dgm:prSet/>
      <dgm:spPr/>
      <dgm:t>
        <a:bodyPr/>
        <a:lstStyle/>
        <a:p>
          <a:endParaRPr lang="en-US"/>
        </a:p>
      </dgm:t>
    </dgm:pt>
    <dgm:pt modelId="{61507E71-E0F9-4B1A-962A-EDB83420E482}">
      <dgm:prSet/>
      <dgm:spPr/>
      <dgm:t>
        <a:bodyPr/>
        <a:lstStyle/>
        <a:p>
          <a:r>
            <a:rPr lang="en-NZ"/>
            <a:t>20,000 units for $5 or</a:t>
          </a:r>
          <a:endParaRPr lang="en-US"/>
        </a:p>
      </dgm:t>
    </dgm:pt>
    <dgm:pt modelId="{C16065E8-6DCB-4648-9ED4-70EDEE175C6E}" type="parTrans" cxnId="{8BBE83B3-1822-48CB-B550-0880A97B5D60}">
      <dgm:prSet/>
      <dgm:spPr/>
      <dgm:t>
        <a:bodyPr/>
        <a:lstStyle/>
        <a:p>
          <a:endParaRPr lang="en-US"/>
        </a:p>
      </dgm:t>
    </dgm:pt>
    <dgm:pt modelId="{BC601CBA-5CFE-415D-AEF6-9F1CE90F0970}" type="sibTrans" cxnId="{8BBE83B3-1822-48CB-B550-0880A97B5D60}">
      <dgm:prSet/>
      <dgm:spPr/>
      <dgm:t>
        <a:bodyPr/>
        <a:lstStyle/>
        <a:p>
          <a:endParaRPr lang="en-US"/>
        </a:p>
      </dgm:t>
    </dgm:pt>
    <dgm:pt modelId="{46D012CC-9CC2-41F7-86B3-F88BC946309A}">
      <dgm:prSet/>
      <dgm:spPr/>
      <dgm:t>
        <a:bodyPr/>
        <a:lstStyle/>
        <a:p>
          <a:r>
            <a:rPr lang="en-NZ"/>
            <a:t>10,000 units for $8</a:t>
          </a:r>
          <a:endParaRPr lang="en-US"/>
        </a:p>
      </dgm:t>
    </dgm:pt>
    <dgm:pt modelId="{A4A6AB58-8114-4152-8A92-60CC16F5CE2F}" type="parTrans" cxnId="{C7521494-176A-4D47-8037-787149D1CE81}">
      <dgm:prSet/>
      <dgm:spPr/>
      <dgm:t>
        <a:bodyPr/>
        <a:lstStyle/>
        <a:p>
          <a:endParaRPr lang="en-US"/>
        </a:p>
      </dgm:t>
    </dgm:pt>
    <dgm:pt modelId="{0CF6AE71-7593-4172-822E-C7ED178AC17B}" type="sibTrans" cxnId="{C7521494-176A-4D47-8037-787149D1CE81}">
      <dgm:prSet/>
      <dgm:spPr/>
      <dgm:t>
        <a:bodyPr/>
        <a:lstStyle/>
        <a:p>
          <a:endParaRPr lang="en-US"/>
        </a:p>
      </dgm:t>
    </dgm:pt>
    <dgm:pt modelId="{AD3A7A7C-8193-4EC8-BE33-63433ACEEB0C}" type="pres">
      <dgm:prSet presAssocID="{BA48510C-58B1-4735-969E-7AD17C948BFB}" presName="Name0" presStyleCnt="0">
        <dgm:presLayoutVars>
          <dgm:chMax val="7"/>
          <dgm:dir/>
          <dgm:animOne val="branch"/>
        </dgm:presLayoutVars>
      </dgm:prSet>
      <dgm:spPr/>
    </dgm:pt>
    <dgm:pt modelId="{C7E70A1E-BA45-498F-8358-D7C14FCC3ABA}" type="pres">
      <dgm:prSet presAssocID="{684D3595-21B5-4C77-B9D9-CFB33E534B24}" presName="parTx1" presStyleLbl="node1" presStyleIdx="0" presStyleCnt="1"/>
      <dgm:spPr/>
    </dgm:pt>
    <dgm:pt modelId="{FE0FD5F1-DA0E-403A-B281-319403DD5795}" type="pres">
      <dgm:prSet presAssocID="{684D3595-21B5-4C77-B9D9-CFB33E534B24}" presName="spPre1" presStyleCnt="0"/>
      <dgm:spPr/>
    </dgm:pt>
    <dgm:pt modelId="{F227F53C-108E-4781-B9C4-D75FA317A1BF}" type="pres">
      <dgm:prSet presAssocID="{684D3595-21B5-4C77-B9D9-CFB33E534B24}" presName="chLin1" presStyleCnt="0"/>
      <dgm:spPr/>
    </dgm:pt>
    <dgm:pt modelId="{35AF5282-29FA-4B0B-BDED-78978E4BB7B9}" type="pres">
      <dgm:prSet presAssocID="{8E8B47D3-B52D-40CC-BB92-424E56B438AF}" presName="Name11" presStyleLbl="parChTrans1D1" presStyleIdx="0" presStyleCnt="6"/>
      <dgm:spPr/>
    </dgm:pt>
    <dgm:pt modelId="{2EAEAA0C-3A64-4A45-B29C-95DE44568528}" type="pres">
      <dgm:prSet presAssocID="{7677F119-E06F-41D6-A32F-976790D1C890}" presName="txAndLines1" presStyleCnt="0"/>
      <dgm:spPr/>
    </dgm:pt>
    <dgm:pt modelId="{16179724-7FFC-4728-868F-C18D473FA2C4}" type="pres">
      <dgm:prSet presAssocID="{7677F119-E06F-41D6-A32F-976790D1C890}" presName="anchor1" presStyleCnt="0"/>
      <dgm:spPr/>
    </dgm:pt>
    <dgm:pt modelId="{B0329326-3A65-4846-835E-2CB1F32DF619}" type="pres">
      <dgm:prSet presAssocID="{7677F119-E06F-41D6-A32F-976790D1C890}" presName="backup1" presStyleCnt="0"/>
      <dgm:spPr/>
    </dgm:pt>
    <dgm:pt modelId="{D39EA6C0-7FB6-402D-9451-B4C6E9B8F530}" type="pres">
      <dgm:prSet presAssocID="{7677F119-E06F-41D6-A32F-976790D1C890}" presName="preLine1" presStyleLbl="parChTrans1D1" presStyleIdx="1" presStyleCnt="6"/>
      <dgm:spPr/>
    </dgm:pt>
    <dgm:pt modelId="{24646B84-7EA5-4948-9716-382215564A2C}" type="pres">
      <dgm:prSet presAssocID="{7677F119-E06F-41D6-A32F-976790D1C890}" presName="desTx1" presStyleLbl="revTx" presStyleIdx="0" presStyleCnt="0">
        <dgm:presLayoutVars>
          <dgm:bulletEnabled val="1"/>
        </dgm:presLayoutVars>
      </dgm:prSet>
      <dgm:spPr/>
    </dgm:pt>
    <dgm:pt modelId="{BAF0B319-F46C-4C25-817B-567EF3F02AB1}" type="pres">
      <dgm:prSet presAssocID="{C16065E8-6DCB-4648-9ED4-70EDEE175C6E}" presName="Name11" presStyleLbl="parChTrans1D1" presStyleIdx="2" presStyleCnt="6"/>
      <dgm:spPr/>
    </dgm:pt>
    <dgm:pt modelId="{ED5C8B86-F0F3-439F-9017-F0CB2132A2DE}" type="pres">
      <dgm:prSet presAssocID="{61507E71-E0F9-4B1A-962A-EDB83420E482}" presName="txAndLines1" presStyleCnt="0"/>
      <dgm:spPr/>
    </dgm:pt>
    <dgm:pt modelId="{A706D78E-0C82-431F-AEFF-B508829AF762}" type="pres">
      <dgm:prSet presAssocID="{61507E71-E0F9-4B1A-962A-EDB83420E482}" presName="anchor1" presStyleCnt="0"/>
      <dgm:spPr/>
    </dgm:pt>
    <dgm:pt modelId="{83178501-AB02-445F-AE29-6A796AFAB20B}" type="pres">
      <dgm:prSet presAssocID="{61507E71-E0F9-4B1A-962A-EDB83420E482}" presName="backup1" presStyleCnt="0"/>
      <dgm:spPr/>
    </dgm:pt>
    <dgm:pt modelId="{CEFDD9F7-CBCB-4B4B-BD9E-6D33F497BC08}" type="pres">
      <dgm:prSet presAssocID="{61507E71-E0F9-4B1A-962A-EDB83420E482}" presName="preLine1" presStyleLbl="parChTrans1D1" presStyleIdx="3" presStyleCnt="6"/>
      <dgm:spPr/>
    </dgm:pt>
    <dgm:pt modelId="{F8AE4714-F814-49E0-862B-35FB1CE413AC}" type="pres">
      <dgm:prSet presAssocID="{61507E71-E0F9-4B1A-962A-EDB83420E482}" presName="desTx1" presStyleLbl="revTx" presStyleIdx="0" presStyleCnt="0">
        <dgm:presLayoutVars>
          <dgm:bulletEnabled val="1"/>
        </dgm:presLayoutVars>
      </dgm:prSet>
      <dgm:spPr/>
    </dgm:pt>
    <dgm:pt modelId="{35C65BF7-5819-49DF-A33D-41C048DEF043}" type="pres">
      <dgm:prSet presAssocID="{A4A6AB58-8114-4152-8A92-60CC16F5CE2F}" presName="Name11" presStyleLbl="parChTrans1D1" presStyleIdx="4" presStyleCnt="6"/>
      <dgm:spPr/>
    </dgm:pt>
    <dgm:pt modelId="{27E667CF-DDA8-4A5F-B9DD-72E45D1FC717}" type="pres">
      <dgm:prSet presAssocID="{46D012CC-9CC2-41F7-86B3-F88BC946309A}" presName="txAndLines1" presStyleCnt="0"/>
      <dgm:spPr/>
    </dgm:pt>
    <dgm:pt modelId="{65A373E4-6113-4C18-A6F9-CE25E86D12DC}" type="pres">
      <dgm:prSet presAssocID="{46D012CC-9CC2-41F7-86B3-F88BC946309A}" presName="anchor1" presStyleCnt="0"/>
      <dgm:spPr/>
    </dgm:pt>
    <dgm:pt modelId="{F49B1ECC-0DB9-4FD7-9139-8590A3E5D853}" type="pres">
      <dgm:prSet presAssocID="{46D012CC-9CC2-41F7-86B3-F88BC946309A}" presName="backup1" presStyleCnt="0"/>
      <dgm:spPr/>
    </dgm:pt>
    <dgm:pt modelId="{08F45029-66D3-4084-AC95-9A4B182A771D}" type="pres">
      <dgm:prSet presAssocID="{46D012CC-9CC2-41F7-86B3-F88BC946309A}" presName="preLine1" presStyleLbl="parChTrans1D1" presStyleIdx="5" presStyleCnt="6"/>
      <dgm:spPr/>
    </dgm:pt>
    <dgm:pt modelId="{94633189-946E-409B-89E0-A8498A1D8A4F}" type="pres">
      <dgm:prSet presAssocID="{46D012CC-9CC2-41F7-86B3-F88BC946309A}" presName="desTx1" presStyleLbl="revTx" presStyleIdx="0" presStyleCnt="0">
        <dgm:presLayoutVars>
          <dgm:bulletEnabled val="1"/>
        </dgm:presLayoutVars>
      </dgm:prSet>
      <dgm:spPr/>
    </dgm:pt>
  </dgm:ptLst>
  <dgm:cxnLst>
    <dgm:cxn modelId="{44437701-4CE8-415C-94C2-1772F7B60A94}" type="presOf" srcId="{BA48510C-58B1-4735-969E-7AD17C948BFB}" destId="{AD3A7A7C-8193-4EC8-BE33-63433ACEEB0C}" srcOrd="0" destOrd="0" presId="urn:microsoft.com/office/officeart/2009/3/layout/SubStepProcess"/>
    <dgm:cxn modelId="{1C37B833-106F-46D9-B9EF-C24AF57BAFBE}" type="presOf" srcId="{46D012CC-9CC2-41F7-86B3-F88BC946309A}" destId="{94633189-946E-409B-89E0-A8498A1D8A4F}" srcOrd="0" destOrd="0" presId="urn:microsoft.com/office/officeart/2009/3/layout/SubStepProcess"/>
    <dgm:cxn modelId="{42C72C47-517A-4362-B38B-AE1E3A671B98}" srcId="{684D3595-21B5-4C77-B9D9-CFB33E534B24}" destId="{7677F119-E06F-41D6-A32F-976790D1C890}" srcOrd="0" destOrd="0" parTransId="{8E8B47D3-B52D-40CC-BB92-424E56B438AF}" sibTransId="{B5A412E8-B561-46ED-9870-1E7756E3196F}"/>
    <dgm:cxn modelId="{6D4E095A-A29A-405F-BBE5-C6150362014E}" type="presOf" srcId="{61507E71-E0F9-4B1A-962A-EDB83420E482}" destId="{F8AE4714-F814-49E0-862B-35FB1CE413AC}" srcOrd="0" destOrd="0" presId="urn:microsoft.com/office/officeart/2009/3/layout/SubStepProcess"/>
    <dgm:cxn modelId="{C6FD716C-9465-4E31-A796-F2C9FAE2DE17}" srcId="{BA48510C-58B1-4735-969E-7AD17C948BFB}" destId="{684D3595-21B5-4C77-B9D9-CFB33E534B24}" srcOrd="0" destOrd="0" parTransId="{8F19B06D-BB24-4678-B02C-09117D7BCC6F}" sibTransId="{80B9B011-F66D-4249-AD3D-BFFCAE509511}"/>
    <dgm:cxn modelId="{C7521494-176A-4D47-8037-787149D1CE81}" srcId="{684D3595-21B5-4C77-B9D9-CFB33E534B24}" destId="{46D012CC-9CC2-41F7-86B3-F88BC946309A}" srcOrd="2" destOrd="0" parTransId="{A4A6AB58-8114-4152-8A92-60CC16F5CE2F}" sibTransId="{0CF6AE71-7593-4172-822E-C7ED178AC17B}"/>
    <dgm:cxn modelId="{1243C3B0-888C-4EA1-9F28-A540B582CD4F}" type="presOf" srcId="{7677F119-E06F-41D6-A32F-976790D1C890}" destId="{24646B84-7EA5-4948-9716-382215564A2C}" srcOrd="0" destOrd="0" presId="urn:microsoft.com/office/officeart/2009/3/layout/SubStepProcess"/>
    <dgm:cxn modelId="{8BBE83B3-1822-48CB-B550-0880A97B5D60}" srcId="{684D3595-21B5-4C77-B9D9-CFB33E534B24}" destId="{61507E71-E0F9-4B1A-962A-EDB83420E482}" srcOrd="1" destOrd="0" parTransId="{C16065E8-6DCB-4648-9ED4-70EDEE175C6E}" sibTransId="{BC601CBA-5CFE-415D-AEF6-9F1CE90F0970}"/>
    <dgm:cxn modelId="{445A29F6-CCAA-4095-A01A-B9ACCF983C30}" type="presOf" srcId="{684D3595-21B5-4C77-B9D9-CFB33E534B24}" destId="{C7E70A1E-BA45-498F-8358-D7C14FCC3ABA}" srcOrd="0" destOrd="0" presId="urn:microsoft.com/office/officeart/2009/3/layout/SubStepProcess"/>
    <dgm:cxn modelId="{E8549EA5-FCA7-4B2D-8185-5108DB001BFF}" type="presParOf" srcId="{AD3A7A7C-8193-4EC8-BE33-63433ACEEB0C}" destId="{C7E70A1E-BA45-498F-8358-D7C14FCC3ABA}" srcOrd="0" destOrd="0" presId="urn:microsoft.com/office/officeart/2009/3/layout/SubStepProcess"/>
    <dgm:cxn modelId="{4238297A-76B4-46C0-A3CD-82B6AD78BE7A}" type="presParOf" srcId="{AD3A7A7C-8193-4EC8-BE33-63433ACEEB0C}" destId="{FE0FD5F1-DA0E-403A-B281-319403DD5795}" srcOrd="1" destOrd="0" presId="urn:microsoft.com/office/officeart/2009/3/layout/SubStepProcess"/>
    <dgm:cxn modelId="{76F8EC4C-8832-4C18-949E-4CBEB26DD733}" type="presParOf" srcId="{AD3A7A7C-8193-4EC8-BE33-63433ACEEB0C}" destId="{F227F53C-108E-4781-B9C4-D75FA317A1BF}" srcOrd="2" destOrd="0" presId="urn:microsoft.com/office/officeart/2009/3/layout/SubStepProcess"/>
    <dgm:cxn modelId="{E03347F8-BB48-4EE0-B853-E8A2AFA76FC9}" type="presParOf" srcId="{F227F53C-108E-4781-B9C4-D75FA317A1BF}" destId="{35AF5282-29FA-4B0B-BDED-78978E4BB7B9}" srcOrd="0" destOrd="0" presId="urn:microsoft.com/office/officeart/2009/3/layout/SubStepProcess"/>
    <dgm:cxn modelId="{4CEED43C-2061-4475-8D87-30DB789BA46F}" type="presParOf" srcId="{F227F53C-108E-4781-B9C4-D75FA317A1BF}" destId="{2EAEAA0C-3A64-4A45-B29C-95DE44568528}" srcOrd="1" destOrd="0" presId="urn:microsoft.com/office/officeart/2009/3/layout/SubStepProcess"/>
    <dgm:cxn modelId="{9ABF18D9-507B-49E1-925E-0212874B3701}" type="presParOf" srcId="{2EAEAA0C-3A64-4A45-B29C-95DE44568528}" destId="{16179724-7FFC-4728-868F-C18D473FA2C4}" srcOrd="0" destOrd="0" presId="urn:microsoft.com/office/officeart/2009/3/layout/SubStepProcess"/>
    <dgm:cxn modelId="{30667C9D-0034-4B33-9AF8-6B95D3F93DB9}" type="presParOf" srcId="{2EAEAA0C-3A64-4A45-B29C-95DE44568528}" destId="{B0329326-3A65-4846-835E-2CB1F32DF619}" srcOrd="1" destOrd="0" presId="urn:microsoft.com/office/officeart/2009/3/layout/SubStepProcess"/>
    <dgm:cxn modelId="{6CE49188-6844-49C0-B893-A9852BC9BEAC}" type="presParOf" srcId="{2EAEAA0C-3A64-4A45-B29C-95DE44568528}" destId="{D39EA6C0-7FB6-402D-9451-B4C6E9B8F530}" srcOrd="2" destOrd="0" presId="urn:microsoft.com/office/officeart/2009/3/layout/SubStepProcess"/>
    <dgm:cxn modelId="{1F5E62A4-76A9-4A8C-9FD1-D0D8D7EF0A2B}" type="presParOf" srcId="{2EAEAA0C-3A64-4A45-B29C-95DE44568528}" destId="{24646B84-7EA5-4948-9716-382215564A2C}" srcOrd="3" destOrd="0" presId="urn:microsoft.com/office/officeart/2009/3/layout/SubStepProcess"/>
    <dgm:cxn modelId="{A153C1E1-B69E-4DD0-9F48-67145856A17B}" type="presParOf" srcId="{F227F53C-108E-4781-B9C4-D75FA317A1BF}" destId="{BAF0B319-F46C-4C25-817B-567EF3F02AB1}" srcOrd="2" destOrd="0" presId="urn:microsoft.com/office/officeart/2009/3/layout/SubStepProcess"/>
    <dgm:cxn modelId="{DEE05048-9801-4ACE-BD74-D818CBA54B08}" type="presParOf" srcId="{F227F53C-108E-4781-B9C4-D75FA317A1BF}" destId="{ED5C8B86-F0F3-439F-9017-F0CB2132A2DE}" srcOrd="3" destOrd="0" presId="urn:microsoft.com/office/officeart/2009/3/layout/SubStepProcess"/>
    <dgm:cxn modelId="{30DA760B-756A-4EA5-A38C-D5A0496F9D5B}" type="presParOf" srcId="{ED5C8B86-F0F3-439F-9017-F0CB2132A2DE}" destId="{A706D78E-0C82-431F-AEFF-B508829AF762}" srcOrd="0" destOrd="0" presId="urn:microsoft.com/office/officeart/2009/3/layout/SubStepProcess"/>
    <dgm:cxn modelId="{669E1EF2-8FAD-4725-ACCD-6BF76E8EDF72}" type="presParOf" srcId="{ED5C8B86-F0F3-439F-9017-F0CB2132A2DE}" destId="{83178501-AB02-445F-AE29-6A796AFAB20B}" srcOrd="1" destOrd="0" presId="urn:microsoft.com/office/officeart/2009/3/layout/SubStepProcess"/>
    <dgm:cxn modelId="{5BABC88D-66D1-4BE4-B502-6833B35E15D5}" type="presParOf" srcId="{ED5C8B86-F0F3-439F-9017-F0CB2132A2DE}" destId="{CEFDD9F7-CBCB-4B4B-BD9E-6D33F497BC08}" srcOrd="2" destOrd="0" presId="urn:microsoft.com/office/officeart/2009/3/layout/SubStepProcess"/>
    <dgm:cxn modelId="{2FCE48AB-457D-4D2F-AC40-0D55DEA49C4C}" type="presParOf" srcId="{ED5C8B86-F0F3-439F-9017-F0CB2132A2DE}" destId="{F8AE4714-F814-49E0-862B-35FB1CE413AC}" srcOrd="3" destOrd="0" presId="urn:microsoft.com/office/officeart/2009/3/layout/SubStepProcess"/>
    <dgm:cxn modelId="{077FEEF9-DEC7-4008-9E17-4DA19ECF2A13}" type="presParOf" srcId="{F227F53C-108E-4781-B9C4-D75FA317A1BF}" destId="{35C65BF7-5819-49DF-A33D-41C048DEF043}" srcOrd="4" destOrd="0" presId="urn:microsoft.com/office/officeart/2009/3/layout/SubStepProcess"/>
    <dgm:cxn modelId="{4C734B9B-F5D0-4301-A55A-5C864974CB7B}" type="presParOf" srcId="{F227F53C-108E-4781-B9C4-D75FA317A1BF}" destId="{27E667CF-DDA8-4A5F-B9DD-72E45D1FC717}" srcOrd="5" destOrd="0" presId="urn:microsoft.com/office/officeart/2009/3/layout/SubStepProcess"/>
    <dgm:cxn modelId="{70975DF3-72D2-4567-9C8A-6FBC8A6F6AA7}" type="presParOf" srcId="{27E667CF-DDA8-4A5F-B9DD-72E45D1FC717}" destId="{65A373E4-6113-4C18-A6F9-CE25E86D12DC}" srcOrd="0" destOrd="0" presId="urn:microsoft.com/office/officeart/2009/3/layout/SubStepProcess"/>
    <dgm:cxn modelId="{D13A09AB-210F-467F-9627-4E41C21688E0}" type="presParOf" srcId="{27E667CF-DDA8-4A5F-B9DD-72E45D1FC717}" destId="{F49B1ECC-0DB9-4FD7-9139-8590A3E5D853}" srcOrd="1" destOrd="0" presId="urn:microsoft.com/office/officeart/2009/3/layout/SubStepProcess"/>
    <dgm:cxn modelId="{B8A1C745-6BB9-4BDD-BCB9-BB33E4693593}" type="presParOf" srcId="{27E667CF-DDA8-4A5F-B9DD-72E45D1FC717}" destId="{08F45029-66D3-4084-AC95-9A4B182A771D}" srcOrd="2" destOrd="0" presId="urn:microsoft.com/office/officeart/2009/3/layout/SubStepProcess"/>
    <dgm:cxn modelId="{D49E9FAB-B526-4AB4-9B1F-D58C61D1C404}" type="presParOf" srcId="{27E667CF-DDA8-4A5F-B9DD-72E45D1FC717}" destId="{94633189-946E-409B-89E0-A8498A1D8A4F}" srcOrd="3" destOrd="0" presId="urn:microsoft.com/office/officeart/2009/3/layout/SubSte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8A5C972-1977-4DFB-B4B4-75EFE6AFE77F}" type="doc">
      <dgm:prSet loTypeId="urn:microsoft.com/office/officeart/2005/8/layout/vProcess5" loCatId="process" qsTypeId="urn:microsoft.com/office/officeart/2005/8/quickstyle/simple1" qsCatId="simple" csTypeId="urn:microsoft.com/office/officeart/2005/8/colors/accent2_1" csCatId="accent2"/>
      <dgm:spPr/>
      <dgm:t>
        <a:bodyPr/>
        <a:lstStyle/>
        <a:p>
          <a:endParaRPr lang="en-NZ"/>
        </a:p>
      </dgm:t>
    </dgm:pt>
    <dgm:pt modelId="{262281DB-1D14-4A87-BE0C-2FA318709635}">
      <dgm:prSet/>
      <dgm:spPr/>
      <dgm:t>
        <a:bodyPr/>
        <a:lstStyle/>
        <a:p>
          <a:r>
            <a:rPr lang="mi-NZ"/>
            <a:t>Isoprofit curves at different profit levels can be stacked on the same graph.</a:t>
          </a:r>
          <a:endParaRPr lang="en-NZ"/>
        </a:p>
      </dgm:t>
    </dgm:pt>
    <dgm:pt modelId="{5E471C5C-12DD-451A-8B99-076EF4BCC69D}" type="parTrans" cxnId="{E8F1E9DC-15DE-4033-A977-CED1C4C05AD2}">
      <dgm:prSet/>
      <dgm:spPr/>
      <dgm:t>
        <a:bodyPr/>
        <a:lstStyle/>
        <a:p>
          <a:endParaRPr lang="en-NZ"/>
        </a:p>
      </dgm:t>
    </dgm:pt>
    <dgm:pt modelId="{83A61976-B016-4C97-B8B5-8F4D401C1E44}" type="sibTrans" cxnId="{E8F1E9DC-15DE-4033-A977-CED1C4C05AD2}">
      <dgm:prSet/>
      <dgm:spPr/>
      <dgm:t>
        <a:bodyPr/>
        <a:lstStyle/>
        <a:p>
          <a:endParaRPr lang="en-NZ"/>
        </a:p>
      </dgm:t>
    </dgm:pt>
    <dgm:pt modelId="{5229B7F3-18D9-469D-85D6-38788823A63D}">
      <dgm:prSet/>
      <dgm:spPr/>
      <dgm:t>
        <a:bodyPr/>
        <a:lstStyle/>
        <a:p>
          <a:r>
            <a:rPr lang="mi-NZ"/>
            <a:t>Note that each curve represents a price-quantity pair that produces the </a:t>
          </a:r>
          <a:r>
            <a:rPr lang="mi-NZ" b="1"/>
            <a:t>same</a:t>
          </a:r>
          <a:r>
            <a:rPr lang="mi-NZ"/>
            <a:t> profit.</a:t>
          </a:r>
          <a:endParaRPr lang="en-NZ"/>
        </a:p>
      </dgm:t>
    </dgm:pt>
    <dgm:pt modelId="{45D5CC74-8AEE-4D78-839B-EA35394F62D5}" type="parTrans" cxnId="{3615F43B-F5FA-4409-B0AB-AC8A038E5060}">
      <dgm:prSet/>
      <dgm:spPr/>
      <dgm:t>
        <a:bodyPr/>
        <a:lstStyle/>
        <a:p>
          <a:endParaRPr lang="en-NZ"/>
        </a:p>
      </dgm:t>
    </dgm:pt>
    <dgm:pt modelId="{0E9D0A9C-623A-414B-9FBE-F19D2DA47947}" type="sibTrans" cxnId="{3615F43B-F5FA-4409-B0AB-AC8A038E5060}">
      <dgm:prSet/>
      <dgm:spPr/>
      <dgm:t>
        <a:bodyPr/>
        <a:lstStyle/>
        <a:p>
          <a:endParaRPr lang="en-NZ"/>
        </a:p>
      </dgm:t>
    </dgm:pt>
    <dgm:pt modelId="{120A54A5-C22E-4C99-AC78-F2E080EF87B2}" type="pres">
      <dgm:prSet presAssocID="{D8A5C972-1977-4DFB-B4B4-75EFE6AFE77F}" presName="outerComposite" presStyleCnt="0">
        <dgm:presLayoutVars>
          <dgm:chMax val="5"/>
          <dgm:dir/>
          <dgm:resizeHandles val="exact"/>
        </dgm:presLayoutVars>
      </dgm:prSet>
      <dgm:spPr/>
    </dgm:pt>
    <dgm:pt modelId="{B3AB113F-0467-4848-86D9-8F6796AAFF73}" type="pres">
      <dgm:prSet presAssocID="{D8A5C972-1977-4DFB-B4B4-75EFE6AFE77F}" presName="dummyMaxCanvas" presStyleCnt="0">
        <dgm:presLayoutVars/>
      </dgm:prSet>
      <dgm:spPr/>
    </dgm:pt>
    <dgm:pt modelId="{17A902B7-CB84-4DE3-AD52-B6BC57698999}" type="pres">
      <dgm:prSet presAssocID="{D8A5C972-1977-4DFB-B4B4-75EFE6AFE77F}" presName="TwoNodes_1" presStyleLbl="node1" presStyleIdx="0" presStyleCnt="2">
        <dgm:presLayoutVars>
          <dgm:bulletEnabled val="1"/>
        </dgm:presLayoutVars>
      </dgm:prSet>
      <dgm:spPr/>
    </dgm:pt>
    <dgm:pt modelId="{8AD67B43-3E3F-4152-BD80-6AE15C41E8B5}" type="pres">
      <dgm:prSet presAssocID="{D8A5C972-1977-4DFB-B4B4-75EFE6AFE77F}" presName="TwoNodes_2" presStyleLbl="node1" presStyleIdx="1" presStyleCnt="2">
        <dgm:presLayoutVars>
          <dgm:bulletEnabled val="1"/>
        </dgm:presLayoutVars>
      </dgm:prSet>
      <dgm:spPr/>
    </dgm:pt>
    <dgm:pt modelId="{B6CD03AB-1A02-4835-8D22-D4DDED99F4EF}" type="pres">
      <dgm:prSet presAssocID="{D8A5C972-1977-4DFB-B4B4-75EFE6AFE77F}" presName="TwoConn_1-2" presStyleLbl="fgAccFollowNode1" presStyleIdx="0" presStyleCnt="1">
        <dgm:presLayoutVars>
          <dgm:bulletEnabled val="1"/>
        </dgm:presLayoutVars>
      </dgm:prSet>
      <dgm:spPr/>
    </dgm:pt>
    <dgm:pt modelId="{D341DD5E-7E1E-4215-AEE5-4D4F938CB5AA}" type="pres">
      <dgm:prSet presAssocID="{D8A5C972-1977-4DFB-B4B4-75EFE6AFE77F}" presName="TwoNodes_1_text" presStyleLbl="node1" presStyleIdx="1" presStyleCnt="2">
        <dgm:presLayoutVars>
          <dgm:bulletEnabled val="1"/>
        </dgm:presLayoutVars>
      </dgm:prSet>
      <dgm:spPr/>
    </dgm:pt>
    <dgm:pt modelId="{F1605503-5E67-4AC9-A804-4319C723A68B}" type="pres">
      <dgm:prSet presAssocID="{D8A5C972-1977-4DFB-B4B4-75EFE6AFE77F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3615F43B-F5FA-4409-B0AB-AC8A038E5060}" srcId="{D8A5C972-1977-4DFB-B4B4-75EFE6AFE77F}" destId="{5229B7F3-18D9-469D-85D6-38788823A63D}" srcOrd="1" destOrd="0" parTransId="{45D5CC74-8AEE-4D78-839B-EA35394F62D5}" sibTransId="{0E9D0A9C-623A-414B-9FBE-F19D2DA47947}"/>
    <dgm:cxn modelId="{8EA6BE61-EE0A-473D-A256-73358D899970}" type="presOf" srcId="{5229B7F3-18D9-469D-85D6-38788823A63D}" destId="{8AD67B43-3E3F-4152-BD80-6AE15C41E8B5}" srcOrd="0" destOrd="0" presId="urn:microsoft.com/office/officeart/2005/8/layout/vProcess5"/>
    <dgm:cxn modelId="{82CC3B6A-2CB1-4413-90FE-9FF9F03F6C44}" type="presOf" srcId="{262281DB-1D14-4A87-BE0C-2FA318709635}" destId="{17A902B7-CB84-4DE3-AD52-B6BC57698999}" srcOrd="0" destOrd="0" presId="urn:microsoft.com/office/officeart/2005/8/layout/vProcess5"/>
    <dgm:cxn modelId="{C86E7E7E-32D6-4B93-9309-1D0A0F0D7C64}" type="presOf" srcId="{83A61976-B016-4C97-B8B5-8F4D401C1E44}" destId="{B6CD03AB-1A02-4835-8D22-D4DDED99F4EF}" srcOrd="0" destOrd="0" presId="urn:microsoft.com/office/officeart/2005/8/layout/vProcess5"/>
    <dgm:cxn modelId="{73C9D384-62B0-41A2-A131-5676333C9F37}" type="presOf" srcId="{D8A5C972-1977-4DFB-B4B4-75EFE6AFE77F}" destId="{120A54A5-C22E-4C99-AC78-F2E080EF87B2}" srcOrd="0" destOrd="0" presId="urn:microsoft.com/office/officeart/2005/8/layout/vProcess5"/>
    <dgm:cxn modelId="{E8F1E9DC-15DE-4033-A977-CED1C4C05AD2}" srcId="{D8A5C972-1977-4DFB-B4B4-75EFE6AFE77F}" destId="{262281DB-1D14-4A87-BE0C-2FA318709635}" srcOrd="0" destOrd="0" parTransId="{5E471C5C-12DD-451A-8B99-076EF4BCC69D}" sibTransId="{83A61976-B016-4C97-B8B5-8F4D401C1E44}"/>
    <dgm:cxn modelId="{6B0E71E0-B603-446D-A87C-A26A6F5FA134}" type="presOf" srcId="{5229B7F3-18D9-469D-85D6-38788823A63D}" destId="{F1605503-5E67-4AC9-A804-4319C723A68B}" srcOrd="1" destOrd="0" presId="urn:microsoft.com/office/officeart/2005/8/layout/vProcess5"/>
    <dgm:cxn modelId="{4685A5FF-381D-4944-9AFC-7516E3C47670}" type="presOf" srcId="{262281DB-1D14-4A87-BE0C-2FA318709635}" destId="{D341DD5E-7E1E-4215-AEE5-4D4F938CB5AA}" srcOrd="1" destOrd="0" presId="urn:microsoft.com/office/officeart/2005/8/layout/vProcess5"/>
    <dgm:cxn modelId="{5E027EB4-AAB4-4ADB-8A64-884909C95192}" type="presParOf" srcId="{120A54A5-C22E-4C99-AC78-F2E080EF87B2}" destId="{B3AB113F-0467-4848-86D9-8F6796AAFF73}" srcOrd="0" destOrd="0" presId="urn:microsoft.com/office/officeart/2005/8/layout/vProcess5"/>
    <dgm:cxn modelId="{5B101694-BB29-46EA-9123-1F6DD30FD489}" type="presParOf" srcId="{120A54A5-C22E-4C99-AC78-F2E080EF87B2}" destId="{17A902B7-CB84-4DE3-AD52-B6BC57698999}" srcOrd="1" destOrd="0" presId="urn:microsoft.com/office/officeart/2005/8/layout/vProcess5"/>
    <dgm:cxn modelId="{A2F14AE3-47D5-4FFD-A676-2E0CA32F1891}" type="presParOf" srcId="{120A54A5-C22E-4C99-AC78-F2E080EF87B2}" destId="{8AD67B43-3E3F-4152-BD80-6AE15C41E8B5}" srcOrd="2" destOrd="0" presId="urn:microsoft.com/office/officeart/2005/8/layout/vProcess5"/>
    <dgm:cxn modelId="{A3CD114E-5C9B-47F5-81C8-B4F53BB28ADB}" type="presParOf" srcId="{120A54A5-C22E-4C99-AC78-F2E080EF87B2}" destId="{B6CD03AB-1A02-4835-8D22-D4DDED99F4EF}" srcOrd="3" destOrd="0" presId="urn:microsoft.com/office/officeart/2005/8/layout/vProcess5"/>
    <dgm:cxn modelId="{CE38EFB1-A734-407A-B055-584739B67BFF}" type="presParOf" srcId="{120A54A5-C22E-4C99-AC78-F2E080EF87B2}" destId="{D341DD5E-7E1E-4215-AEE5-4D4F938CB5AA}" srcOrd="4" destOrd="0" presId="urn:microsoft.com/office/officeart/2005/8/layout/vProcess5"/>
    <dgm:cxn modelId="{3B279D12-A788-4845-8166-F9F13CC2AAC0}" type="presParOf" srcId="{120A54A5-C22E-4C99-AC78-F2E080EF87B2}" destId="{F1605503-5E67-4AC9-A804-4319C723A68B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6277A13-6C4A-46C2-A049-387EF26B7052}" type="doc">
      <dgm:prSet loTypeId="urn:microsoft.com/office/officeart/2005/8/layout/vProcess5" loCatId="process" qsTypeId="urn:microsoft.com/office/officeart/2005/8/quickstyle/simple2" qsCatId="simple" csTypeId="urn:microsoft.com/office/officeart/2005/8/colors/accent2_1" csCatId="accent2" phldr="1"/>
      <dgm:spPr/>
      <dgm:t>
        <a:bodyPr/>
        <a:lstStyle/>
        <a:p>
          <a:endParaRPr lang="en-NZ"/>
        </a:p>
      </dgm:t>
    </dgm:pt>
    <dgm:pt modelId="{1C926400-E770-4796-A55C-986C77BCF9BE}">
      <dgm:prSet/>
      <dgm:spPr/>
      <dgm:t>
        <a:bodyPr/>
        <a:lstStyle/>
        <a:p>
          <a:r>
            <a:rPr lang="en-NZ"/>
            <a:t>The firm increases its profits at a high price-quantity pair.</a:t>
          </a:r>
        </a:p>
      </dgm:t>
    </dgm:pt>
    <dgm:pt modelId="{CBB9DCC5-841B-4CD8-AE1D-D19A18D4C9D4}" type="parTrans" cxnId="{6139F066-2B90-4479-9F69-2E973B1D0A16}">
      <dgm:prSet/>
      <dgm:spPr/>
      <dgm:t>
        <a:bodyPr/>
        <a:lstStyle/>
        <a:p>
          <a:endParaRPr lang="en-NZ"/>
        </a:p>
      </dgm:t>
    </dgm:pt>
    <dgm:pt modelId="{8F2230B8-C03D-440D-979B-E8C81D52E96D}" type="sibTrans" cxnId="{6139F066-2B90-4479-9F69-2E973B1D0A16}">
      <dgm:prSet/>
      <dgm:spPr/>
      <dgm:t>
        <a:bodyPr/>
        <a:lstStyle/>
        <a:p>
          <a:endParaRPr lang="en-NZ"/>
        </a:p>
      </dgm:t>
    </dgm:pt>
    <dgm:pt modelId="{383466B3-85B6-4E41-BDDA-08231A1C16A4}">
      <dgm:prSet/>
      <dgm:spPr/>
      <dgm:t>
        <a:bodyPr/>
        <a:lstStyle/>
        <a:p>
          <a:r>
            <a:rPr lang="en-NZ"/>
            <a:t>The firm’s choice is limited by the demand curve</a:t>
          </a:r>
        </a:p>
      </dgm:t>
    </dgm:pt>
    <dgm:pt modelId="{7A69931A-6B3D-4941-9081-87925342F23B}" type="parTrans" cxnId="{244D0630-C090-4E08-93F2-D5429003964B}">
      <dgm:prSet/>
      <dgm:spPr/>
      <dgm:t>
        <a:bodyPr/>
        <a:lstStyle/>
        <a:p>
          <a:endParaRPr lang="en-NZ"/>
        </a:p>
      </dgm:t>
    </dgm:pt>
    <dgm:pt modelId="{D2CDCFAE-3214-46EC-BCB5-7025A1BEBC1B}" type="sibTrans" cxnId="{244D0630-C090-4E08-93F2-D5429003964B}">
      <dgm:prSet/>
      <dgm:spPr/>
      <dgm:t>
        <a:bodyPr/>
        <a:lstStyle/>
        <a:p>
          <a:endParaRPr lang="en-NZ"/>
        </a:p>
      </dgm:t>
    </dgm:pt>
    <dgm:pt modelId="{2B1EF488-C85B-46A6-88DC-C5E561D104AC}">
      <dgm:prSet/>
      <dgm:spPr/>
      <dgm:t>
        <a:bodyPr/>
        <a:lstStyle/>
        <a:p>
          <a:r>
            <a:rPr lang="en-NZ" dirty="0"/>
            <a:t>The best decision is to find a price-quantity output tangential to the demand curve</a:t>
          </a:r>
        </a:p>
      </dgm:t>
    </dgm:pt>
    <dgm:pt modelId="{D51FF959-322E-4176-B092-99B41A8D45A0}" type="parTrans" cxnId="{F4506AFF-1665-4A7E-B556-5A27DD53798A}">
      <dgm:prSet/>
      <dgm:spPr/>
      <dgm:t>
        <a:bodyPr/>
        <a:lstStyle/>
        <a:p>
          <a:endParaRPr lang="en-NZ"/>
        </a:p>
      </dgm:t>
    </dgm:pt>
    <dgm:pt modelId="{20FF2894-8270-4FCE-828F-361B0DF950F1}" type="sibTrans" cxnId="{F4506AFF-1665-4A7E-B556-5A27DD53798A}">
      <dgm:prSet/>
      <dgm:spPr/>
      <dgm:t>
        <a:bodyPr/>
        <a:lstStyle/>
        <a:p>
          <a:endParaRPr lang="en-NZ"/>
        </a:p>
      </dgm:t>
    </dgm:pt>
    <dgm:pt modelId="{B31175A5-343F-4D4A-822E-3F1B20C6555E}" type="pres">
      <dgm:prSet presAssocID="{06277A13-6C4A-46C2-A049-387EF26B7052}" presName="outerComposite" presStyleCnt="0">
        <dgm:presLayoutVars>
          <dgm:chMax val="5"/>
          <dgm:dir/>
          <dgm:resizeHandles val="exact"/>
        </dgm:presLayoutVars>
      </dgm:prSet>
      <dgm:spPr/>
    </dgm:pt>
    <dgm:pt modelId="{21BD0AB7-90A2-4E66-B013-41C78602BE93}" type="pres">
      <dgm:prSet presAssocID="{06277A13-6C4A-46C2-A049-387EF26B7052}" presName="dummyMaxCanvas" presStyleCnt="0">
        <dgm:presLayoutVars/>
      </dgm:prSet>
      <dgm:spPr/>
    </dgm:pt>
    <dgm:pt modelId="{AE9545EC-9028-45F5-83F3-4963951E7770}" type="pres">
      <dgm:prSet presAssocID="{06277A13-6C4A-46C2-A049-387EF26B7052}" presName="ThreeNodes_1" presStyleLbl="node1" presStyleIdx="0" presStyleCnt="3">
        <dgm:presLayoutVars>
          <dgm:bulletEnabled val="1"/>
        </dgm:presLayoutVars>
      </dgm:prSet>
      <dgm:spPr/>
    </dgm:pt>
    <dgm:pt modelId="{ED8365BC-7B67-4669-852E-9C60937B11BC}" type="pres">
      <dgm:prSet presAssocID="{06277A13-6C4A-46C2-A049-387EF26B7052}" presName="ThreeNodes_2" presStyleLbl="node1" presStyleIdx="1" presStyleCnt="3">
        <dgm:presLayoutVars>
          <dgm:bulletEnabled val="1"/>
        </dgm:presLayoutVars>
      </dgm:prSet>
      <dgm:spPr/>
    </dgm:pt>
    <dgm:pt modelId="{1F6DD8FB-F8EE-48FE-A967-662FE190F9EB}" type="pres">
      <dgm:prSet presAssocID="{06277A13-6C4A-46C2-A049-387EF26B7052}" presName="ThreeNodes_3" presStyleLbl="node1" presStyleIdx="2" presStyleCnt="3">
        <dgm:presLayoutVars>
          <dgm:bulletEnabled val="1"/>
        </dgm:presLayoutVars>
      </dgm:prSet>
      <dgm:spPr/>
    </dgm:pt>
    <dgm:pt modelId="{88342650-B427-43AE-8006-4CD2B8739C20}" type="pres">
      <dgm:prSet presAssocID="{06277A13-6C4A-46C2-A049-387EF26B7052}" presName="ThreeConn_1-2" presStyleLbl="fgAccFollowNode1" presStyleIdx="0" presStyleCnt="2">
        <dgm:presLayoutVars>
          <dgm:bulletEnabled val="1"/>
        </dgm:presLayoutVars>
      </dgm:prSet>
      <dgm:spPr/>
    </dgm:pt>
    <dgm:pt modelId="{2A4577F0-D3F4-4851-ADE3-55027945F3BF}" type="pres">
      <dgm:prSet presAssocID="{06277A13-6C4A-46C2-A049-387EF26B7052}" presName="ThreeConn_2-3" presStyleLbl="fgAccFollowNode1" presStyleIdx="1" presStyleCnt="2">
        <dgm:presLayoutVars>
          <dgm:bulletEnabled val="1"/>
        </dgm:presLayoutVars>
      </dgm:prSet>
      <dgm:spPr/>
    </dgm:pt>
    <dgm:pt modelId="{6D13DD27-CC49-4F78-94F7-3CA7CF2202F9}" type="pres">
      <dgm:prSet presAssocID="{06277A13-6C4A-46C2-A049-387EF26B7052}" presName="ThreeNodes_1_text" presStyleLbl="node1" presStyleIdx="2" presStyleCnt="3">
        <dgm:presLayoutVars>
          <dgm:bulletEnabled val="1"/>
        </dgm:presLayoutVars>
      </dgm:prSet>
      <dgm:spPr/>
    </dgm:pt>
    <dgm:pt modelId="{01F24E22-321E-4269-BB01-002BB2C573D4}" type="pres">
      <dgm:prSet presAssocID="{06277A13-6C4A-46C2-A049-387EF26B7052}" presName="ThreeNodes_2_text" presStyleLbl="node1" presStyleIdx="2" presStyleCnt="3">
        <dgm:presLayoutVars>
          <dgm:bulletEnabled val="1"/>
        </dgm:presLayoutVars>
      </dgm:prSet>
      <dgm:spPr/>
    </dgm:pt>
    <dgm:pt modelId="{2AC5BFFB-B631-47DF-BCC2-8E7FD1CDB6C9}" type="pres">
      <dgm:prSet presAssocID="{06277A13-6C4A-46C2-A049-387EF26B7052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26ECA70A-5C08-4CCF-8138-17BF85D018B8}" type="presOf" srcId="{2B1EF488-C85B-46A6-88DC-C5E561D104AC}" destId="{2AC5BFFB-B631-47DF-BCC2-8E7FD1CDB6C9}" srcOrd="1" destOrd="0" presId="urn:microsoft.com/office/officeart/2005/8/layout/vProcess5"/>
    <dgm:cxn modelId="{32956618-4D2A-4D14-B8DF-83C62F37088D}" type="presOf" srcId="{1C926400-E770-4796-A55C-986C77BCF9BE}" destId="{6D13DD27-CC49-4F78-94F7-3CA7CF2202F9}" srcOrd="1" destOrd="0" presId="urn:microsoft.com/office/officeart/2005/8/layout/vProcess5"/>
    <dgm:cxn modelId="{726F1E21-B2F2-458B-BA3D-C678B1840110}" type="presOf" srcId="{2B1EF488-C85B-46A6-88DC-C5E561D104AC}" destId="{1F6DD8FB-F8EE-48FE-A967-662FE190F9EB}" srcOrd="0" destOrd="0" presId="urn:microsoft.com/office/officeart/2005/8/layout/vProcess5"/>
    <dgm:cxn modelId="{0966F423-5AB2-42CE-828D-6ACA274B200E}" type="presOf" srcId="{1C926400-E770-4796-A55C-986C77BCF9BE}" destId="{AE9545EC-9028-45F5-83F3-4963951E7770}" srcOrd="0" destOrd="0" presId="urn:microsoft.com/office/officeart/2005/8/layout/vProcess5"/>
    <dgm:cxn modelId="{2F1B5F27-5860-4CB1-B4DA-26747933F22C}" type="presOf" srcId="{383466B3-85B6-4E41-BDDA-08231A1C16A4}" destId="{01F24E22-321E-4269-BB01-002BB2C573D4}" srcOrd="1" destOrd="0" presId="urn:microsoft.com/office/officeart/2005/8/layout/vProcess5"/>
    <dgm:cxn modelId="{244D0630-C090-4E08-93F2-D5429003964B}" srcId="{06277A13-6C4A-46C2-A049-387EF26B7052}" destId="{383466B3-85B6-4E41-BDDA-08231A1C16A4}" srcOrd="1" destOrd="0" parTransId="{7A69931A-6B3D-4941-9081-87925342F23B}" sibTransId="{D2CDCFAE-3214-46EC-BCB5-7025A1BEBC1B}"/>
    <dgm:cxn modelId="{0A557B37-B8C2-489B-B365-B89B0325C574}" type="presOf" srcId="{D2CDCFAE-3214-46EC-BCB5-7025A1BEBC1B}" destId="{2A4577F0-D3F4-4851-ADE3-55027945F3BF}" srcOrd="0" destOrd="0" presId="urn:microsoft.com/office/officeart/2005/8/layout/vProcess5"/>
    <dgm:cxn modelId="{CED9403C-B95D-4597-A15D-8C33FFA862CD}" type="presOf" srcId="{8F2230B8-C03D-440D-979B-E8C81D52E96D}" destId="{88342650-B427-43AE-8006-4CD2B8739C20}" srcOrd="0" destOrd="0" presId="urn:microsoft.com/office/officeart/2005/8/layout/vProcess5"/>
    <dgm:cxn modelId="{6139F066-2B90-4479-9F69-2E973B1D0A16}" srcId="{06277A13-6C4A-46C2-A049-387EF26B7052}" destId="{1C926400-E770-4796-A55C-986C77BCF9BE}" srcOrd="0" destOrd="0" parTransId="{CBB9DCC5-841B-4CD8-AE1D-D19A18D4C9D4}" sibTransId="{8F2230B8-C03D-440D-979B-E8C81D52E96D}"/>
    <dgm:cxn modelId="{EB0A6BC1-3F79-4C59-A1C7-41D1DCFE0700}" type="presOf" srcId="{06277A13-6C4A-46C2-A049-387EF26B7052}" destId="{B31175A5-343F-4D4A-822E-3F1B20C6555E}" srcOrd="0" destOrd="0" presId="urn:microsoft.com/office/officeart/2005/8/layout/vProcess5"/>
    <dgm:cxn modelId="{AC6956EA-D804-4B74-90D5-46EAA6AB1CC8}" type="presOf" srcId="{383466B3-85B6-4E41-BDDA-08231A1C16A4}" destId="{ED8365BC-7B67-4669-852E-9C60937B11BC}" srcOrd="0" destOrd="0" presId="urn:microsoft.com/office/officeart/2005/8/layout/vProcess5"/>
    <dgm:cxn modelId="{F4506AFF-1665-4A7E-B556-5A27DD53798A}" srcId="{06277A13-6C4A-46C2-A049-387EF26B7052}" destId="{2B1EF488-C85B-46A6-88DC-C5E561D104AC}" srcOrd="2" destOrd="0" parTransId="{D51FF959-322E-4176-B092-99B41A8D45A0}" sibTransId="{20FF2894-8270-4FCE-828F-361B0DF950F1}"/>
    <dgm:cxn modelId="{E3FB720A-557F-44C1-8164-56DA82BB972B}" type="presParOf" srcId="{B31175A5-343F-4D4A-822E-3F1B20C6555E}" destId="{21BD0AB7-90A2-4E66-B013-41C78602BE93}" srcOrd="0" destOrd="0" presId="urn:microsoft.com/office/officeart/2005/8/layout/vProcess5"/>
    <dgm:cxn modelId="{148C3ABB-4C02-4508-980A-65B5D538CE50}" type="presParOf" srcId="{B31175A5-343F-4D4A-822E-3F1B20C6555E}" destId="{AE9545EC-9028-45F5-83F3-4963951E7770}" srcOrd="1" destOrd="0" presId="urn:microsoft.com/office/officeart/2005/8/layout/vProcess5"/>
    <dgm:cxn modelId="{ED5B2728-429A-4BFE-AB20-390EC454A4FF}" type="presParOf" srcId="{B31175A5-343F-4D4A-822E-3F1B20C6555E}" destId="{ED8365BC-7B67-4669-852E-9C60937B11BC}" srcOrd="2" destOrd="0" presId="urn:microsoft.com/office/officeart/2005/8/layout/vProcess5"/>
    <dgm:cxn modelId="{A830EEF1-BAE6-43D0-BDE4-E9EB368B222B}" type="presParOf" srcId="{B31175A5-343F-4D4A-822E-3F1B20C6555E}" destId="{1F6DD8FB-F8EE-48FE-A967-662FE190F9EB}" srcOrd="3" destOrd="0" presId="urn:microsoft.com/office/officeart/2005/8/layout/vProcess5"/>
    <dgm:cxn modelId="{CC6F4D50-7512-440D-95C6-F110368FE841}" type="presParOf" srcId="{B31175A5-343F-4D4A-822E-3F1B20C6555E}" destId="{88342650-B427-43AE-8006-4CD2B8739C20}" srcOrd="4" destOrd="0" presId="urn:microsoft.com/office/officeart/2005/8/layout/vProcess5"/>
    <dgm:cxn modelId="{7C66CA93-557A-4B04-AA47-5509CF64C2C8}" type="presParOf" srcId="{B31175A5-343F-4D4A-822E-3F1B20C6555E}" destId="{2A4577F0-D3F4-4851-ADE3-55027945F3BF}" srcOrd="5" destOrd="0" presId="urn:microsoft.com/office/officeart/2005/8/layout/vProcess5"/>
    <dgm:cxn modelId="{8CECFA40-3F0D-4219-97BC-1C5A9420C277}" type="presParOf" srcId="{B31175A5-343F-4D4A-822E-3F1B20C6555E}" destId="{6D13DD27-CC49-4F78-94F7-3CA7CF2202F9}" srcOrd="6" destOrd="0" presId="urn:microsoft.com/office/officeart/2005/8/layout/vProcess5"/>
    <dgm:cxn modelId="{BBA75599-2314-4A9C-A62A-ECE114E0D1A0}" type="presParOf" srcId="{B31175A5-343F-4D4A-822E-3F1B20C6555E}" destId="{01F24E22-321E-4269-BB01-002BB2C573D4}" srcOrd="7" destOrd="0" presId="urn:microsoft.com/office/officeart/2005/8/layout/vProcess5"/>
    <dgm:cxn modelId="{82E46A97-9B22-4908-A87A-4B3F1913B380}" type="presParOf" srcId="{B31175A5-343F-4D4A-822E-3F1B20C6555E}" destId="{2AC5BFFB-B631-47DF-BCC2-8E7FD1CDB6C9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0DF58E5-8A31-4D1A-8633-10FF1927303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NZ"/>
        </a:p>
      </dgm:t>
    </dgm:pt>
    <dgm:pt modelId="{12EE0DF1-7194-490D-BAEA-2AFD8DC776E6}">
      <dgm:prSet/>
      <dgm:spPr/>
      <dgm:t>
        <a:bodyPr/>
        <a:lstStyle/>
        <a:p>
          <a:r>
            <a:rPr lang="en-US" dirty="0"/>
            <a:t>Only the area along and under the demand curve are feasible price-quantity pairs.</a:t>
          </a:r>
          <a:endParaRPr lang="en-NZ" dirty="0"/>
        </a:p>
      </dgm:t>
    </dgm:pt>
    <dgm:pt modelId="{75AF87B5-5089-4F0C-B074-1BC6F537FD4C}" type="parTrans" cxnId="{9FD5288E-E488-4C9E-9BAE-77B4C37C76CA}">
      <dgm:prSet/>
      <dgm:spPr/>
      <dgm:t>
        <a:bodyPr/>
        <a:lstStyle/>
        <a:p>
          <a:endParaRPr lang="en-NZ"/>
        </a:p>
      </dgm:t>
    </dgm:pt>
    <dgm:pt modelId="{55EA1010-8EA0-48E3-9F1A-06F92CA802D8}" type="sibTrans" cxnId="{9FD5288E-E488-4C9E-9BAE-77B4C37C76CA}">
      <dgm:prSet/>
      <dgm:spPr/>
      <dgm:t>
        <a:bodyPr/>
        <a:lstStyle/>
        <a:p>
          <a:endParaRPr lang="en-NZ"/>
        </a:p>
      </dgm:t>
    </dgm:pt>
    <dgm:pt modelId="{C92D3B9F-64B3-439B-A36C-D4DB9E764A02}" type="pres">
      <dgm:prSet presAssocID="{60DF58E5-8A31-4D1A-8633-10FF1927303D}" presName="linear" presStyleCnt="0">
        <dgm:presLayoutVars>
          <dgm:animLvl val="lvl"/>
          <dgm:resizeHandles val="exact"/>
        </dgm:presLayoutVars>
      </dgm:prSet>
      <dgm:spPr/>
    </dgm:pt>
    <dgm:pt modelId="{F92A7C44-28DF-4CDB-A451-E962A221BBEA}" type="pres">
      <dgm:prSet presAssocID="{12EE0DF1-7194-490D-BAEA-2AFD8DC776E6}" presName="parentText" presStyleLbl="node1" presStyleIdx="0" presStyleCnt="1" custLinFactY="-100000" custLinFactNeighborX="96000" custLinFactNeighborY="-172973">
        <dgm:presLayoutVars>
          <dgm:chMax val="0"/>
          <dgm:bulletEnabled val="1"/>
        </dgm:presLayoutVars>
      </dgm:prSet>
      <dgm:spPr/>
    </dgm:pt>
  </dgm:ptLst>
  <dgm:cxnLst>
    <dgm:cxn modelId="{98156567-BF28-492C-A007-3FC1FB1D3D9E}" type="presOf" srcId="{12EE0DF1-7194-490D-BAEA-2AFD8DC776E6}" destId="{F92A7C44-28DF-4CDB-A451-E962A221BBEA}" srcOrd="0" destOrd="0" presId="urn:microsoft.com/office/officeart/2005/8/layout/vList2"/>
    <dgm:cxn modelId="{38DCD38C-F95D-4113-BC1F-4F8CE73BF0ED}" type="presOf" srcId="{60DF58E5-8A31-4D1A-8633-10FF1927303D}" destId="{C92D3B9F-64B3-439B-A36C-D4DB9E764A02}" srcOrd="0" destOrd="0" presId="urn:microsoft.com/office/officeart/2005/8/layout/vList2"/>
    <dgm:cxn modelId="{9FD5288E-E488-4C9E-9BAE-77B4C37C76CA}" srcId="{60DF58E5-8A31-4D1A-8633-10FF1927303D}" destId="{12EE0DF1-7194-490D-BAEA-2AFD8DC776E6}" srcOrd="0" destOrd="0" parTransId="{75AF87B5-5089-4F0C-B074-1BC6F537FD4C}" sibTransId="{55EA1010-8EA0-48E3-9F1A-06F92CA802D8}"/>
    <dgm:cxn modelId="{F614F53E-DFEF-4E88-9A24-7EF4117E439B}" type="presParOf" srcId="{C92D3B9F-64B3-439B-A36C-D4DB9E764A02}" destId="{F92A7C44-28DF-4CDB-A451-E962A221BBE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4FB299E-F3A5-4623-8ED2-BE8C36204DBD}" type="doc">
      <dgm:prSet loTypeId="urn:microsoft.com/office/officeart/2005/8/layout/default" loCatId="list" qsTypeId="urn:microsoft.com/office/officeart/2005/8/quickstyle/simple2" qsCatId="simple" csTypeId="urn:microsoft.com/office/officeart/2005/8/colors/accent2_1" csCatId="accent2" phldr="1"/>
      <dgm:spPr/>
      <dgm:t>
        <a:bodyPr/>
        <a:lstStyle/>
        <a:p>
          <a:endParaRPr lang="en-NZ"/>
        </a:p>
      </dgm:t>
    </dgm:pt>
    <dgm:pt modelId="{37CAB0ED-BB6F-46F6-8896-984C0F6AAB15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Only the point where the demand curve is tangent to the </a:t>
          </a:r>
          <a:r>
            <a:rPr lang="en-NZ" dirty="0" err="1"/>
            <a:t>isoprofit</a:t>
          </a:r>
          <a:r>
            <a:rPr lang="en-NZ" dirty="0"/>
            <a:t> curve will maximise profits</a:t>
          </a:r>
        </a:p>
      </dgm:t>
    </dgm:pt>
    <dgm:pt modelId="{2F8D0C3A-38BD-4528-9009-E457AAB37E0E}" type="parTrans" cxnId="{5574AD83-4061-4CC6-B14F-5A15F150BAB9}">
      <dgm:prSet/>
      <dgm:spPr/>
      <dgm:t>
        <a:bodyPr/>
        <a:lstStyle/>
        <a:p>
          <a:endParaRPr lang="en-NZ"/>
        </a:p>
      </dgm:t>
    </dgm:pt>
    <dgm:pt modelId="{01D8E868-4A54-4A96-B382-E02426569659}" type="sibTrans" cxnId="{5574AD83-4061-4CC6-B14F-5A15F150BAB9}">
      <dgm:prSet/>
      <dgm:spPr/>
      <dgm:t>
        <a:bodyPr/>
        <a:lstStyle/>
        <a:p>
          <a:endParaRPr lang="en-NZ"/>
        </a:p>
      </dgm:t>
    </dgm:pt>
    <dgm:pt modelId="{C9F142D8-7014-485E-AD97-6E867601F21B}" type="pres">
      <dgm:prSet presAssocID="{34FB299E-F3A5-4623-8ED2-BE8C36204DBD}" presName="diagram" presStyleCnt="0">
        <dgm:presLayoutVars>
          <dgm:dir/>
          <dgm:resizeHandles val="exact"/>
        </dgm:presLayoutVars>
      </dgm:prSet>
      <dgm:spPr/>
    </dgm:pt>
    <dgm:pt modelId="{0E813641-0A9A-4E1E-8D88-CCF43BF764A6}" type="pres">
      <dgm:prSet presAssocID="{37CAB0ED-BB6F-46F6-8896-984C0F6AAB15}" presName="node" presStyleLbl="node1" presStyleIdx="0" presStyleCnt="1">
        <dgm:presLayoutVars>
          <dgm:bulletEnabled val="1"/>
        </dgm:presLayoutVars>
      </dgm:prSet>
      <dgm:spPr/>
    </dgm:pt>
  </dgm:ptLst>
  <dgm:cxnLst>
    <dgm:cxn modelId="{9D5DFD55-FABE-4348-946C-0EF55193E6B9}" type="presOf" srcId="{37CAB0ED-BB6F-46F6-8896-984C0F6AAB15}" destId="{0E813641-0A9A-4E1E-8D88-CCF43BF764A6}" srcOrd="0" destOrd="0" presId="urn:microsoft.com/office/officeart/2005/8/layout/default"/>
    <dgm:cxn modelId="{5574AD83-4061-4CC6-B14F-5A15F150BAB9}" srcId="{34FB299E-F3A5-4623-8ED2-BE8C36204DBD}" destId="{37CAB0ED-BB6F-46F6-8896-984C0F6AAB15}" srcOrd="0" destOrd="0" parTransId="{2F8D0C3A-38BD-4528-9009-E457AAB37E0E}" sibTransId="{01D8E868-4A54-4A96-B382-E02426569659}"/>
    <dgm:cxn modelId="{2278ACAD-203B-4BC5-BA72-ACFDE95D14C2}" type="presOf" srcId="{34FB299E-F3A5-4623-8ED2-BE8C36204DBD}" destId="{C9F142D8-7014-485E-AD97-6E867601F21B}" srcOrd="0" destOrd="0" presId="urn:microsoft.com/office/officeart/2005/8/layout/default"/>
    <dgm:cxn modelId="{3CE27DD8-5B4D-40D0-815F-AEAEE83AF616}" type="presParOf" srcId="{C9F142D8-7014-485E-AD97-6E867601F21B}" destId="{0E813641-0A9A-4E1E-8D88-CCF43BF764A6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D631DB0-D619-43BB-88EC-167B974F9EE6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NZ"/>
        </a:p>
      </dgm:t>
    </dgm:pt>
    <dgm:pt modelId="{7C56D1C7-DF39-405E-AB85-19E77C0684FC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If the firm’s price-quantity decision is under the demand curve, it can increase profits by increases prices and quantities.</a:t>
          </a:r>
        </a:p>
      </dgm:t>
    </dgm:pt>
    <dgm:pt modelId="{4BBAF808-E3A4-4BBF-93E5-5CCEF4B62255}" type="parTrans" cxnId="{2CF01292-392E-4346-A5BC-4C3CB687CB65}">
      <dgm:prSet/>
      <dgm:spPr/>
      <dgm:t>
        <a:bodyPr/>
        <a:lstStyle/>
        <a:p>
          <a:endParaRPr lang="en-NZ"/>
        </a:p>
      </dgm:t>
    </dgm:pt>
    <dgm:pt modelId="{593CD285-4EFE-4D68-BD0C-A82640E3FBCC}" type="sibTrans" cxnId="{2CF01292-392E-4346-A5BC-4C3CB687CB65}">
      <dgm:prSet/>
      <dgm:spPr/>
      <dgm:t>
        <a:bodyPr/>
        <a:lstStyle/>
        <a:p>
          <a:endParaRPr lang="en-NZ"/>
        </a:p>
      </dgm:t>
    </dgm:pt>
    <dgm:pt modelId="{E9D7A9B4-EF5B-4C01-9772-C03A8BF9EB76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If it is on the demand curve, but not at the tangency, it can increase profit by moving to highest </a:t>
          </a:r>
          <a:r>
            <a:rPr lang="en-NZ" dirty="0" err="1"/>
            <a:t>isoprofit</a:t>
          </a:r>
          <a:r>
            <a:rPr lang="en-NZ" dirty="0"/>
            <a:t> curve</a:t>
          </a:r>
        </a:p>
      </dgm:t>
    </dgm:pt>
    <dgm:pt modelId="{A338BAD5-0C61-48C6-A75E-46EAED868656}" type="parTrans" cxnId="{DE1EF585-93C8-4722-B618-FE4C4ABD52DD}">
      <dgm:prSet/>
      <dgm:spPr/>
      <dgm:t>
        <a:bodyPr/>
        <a:lstStyle/>
        <a:p>
          <a:endParaRPr lang="en-NZ"/>
        </a:p>
      </dgm:t>
    </dgm:pt>
    <dgm:pt modelId="{4EB251E9-DCC8-4D3C-AC3E-8533A878089F}" type="sibTrans" cxnId="{DE1EF585-93C8-4722-B618-FE4C4ABD52DD}">
      <dgm:prSet/>
      <dgm:spPr/>
      <dgm:t>
        <a:bodyPr/>
        <a:lstStyle/>
        <a:p>
          <a:endParaRPr lang="en-NZ"/>
        </a:p>
      </dgm:t>
    </dgm:pt>
    <dgm:pt modelId="{7251C6AD-CC7E-46BC-9BB2-C17900BE8A7E}" type="pres">
      <dgm:prSet presAssocID="{3D631DB0-D619-43BB-88EC-167B974F9EE6}" presName="linear" presStyleCnt="0">
        <dgm:presLayoutVars>
          <dgm:animLvl val="lvl"/>
          <dgm:resizeHandles val="exact"/>
        </dgm:presLayoutVars>
      </dgm:prSet>
      <dgm:spPr/>
    </dgm:pt>
    <dgm:pt modelId="{283C8A76-D15C-4CFD-AF74-D77D305FDC08}" type="pres">
      <dgm:prSet presAssocID="{7C56D1C7-DF39-405E-AB85-19E77C0684F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4C9F291-DFD5-4927-A8C1-C6E8630B59A9}" type="pres">
      <dgm:prSet presAssocID="{593CD285-4EFE-4D68-BD0C-A82640E3FBCC}" presName="spacer" presStyleCnt="0"/>
      <dgm:spPr/>
    </dgm:pt>
    <dgm:pt modelId="{914E4698-C225-4FA9-BF6C-507547DB0A9F}" type="pres">
      <dgm:prSet presAssocID="{E9D7A9B4-EF5B-4C01-9772-C03A8BF9EB7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1555611-6015-4B2F-9B09-83B7B91C89C9}" type="presOf" srcId="{E9D7A9B4-EF5B-4C01-9772-C03A8BF9EB76}" destId="{914E4698-C225-4FA9-BF6C-507547DB0A9F}" srcOrd="0" destOrd="0" presId="urn:microsoft.com/office/officeart/2005/8/layout/vList2"/>
    <dgm:cxn modelId="{DE1EF585-93C8-4722-B618-FE4C4ABD52DD}" srcId="{3D631DB0-D619-43BB-88EC-167B974F9EE6}" destId="{E9D7A9B4-EF5B-4C01-9772-C03A8BF9EB76}" srcOrd="1" destOrd="0" parTransId="{A338BAD5-0C61-48C6-A75E-46EAED868656}" sibTransId="{4EB251E9-DCC8-4D3C-AC3E-8533A878089F}"/>
    <dgm:cxn modelId="{0554D587-9DA0-4176-9033-B6E983232853}" type="presOf" srcId="{3D631DB0-D619-43BB-88EC-167B974F9EE6}" destId="{7251C6AD-CC7E-46BC-9BB2-C17900BE8A7E}" srcOrd="0" destOrd="0" presId="urn:microsoft.com/office/officeart/2005/8/layout/vList2"/>
    <dgm:cxn modelId="{2CF01292-392E-4346-A5BC-4C3CB687CB65}" srcId="{3D631DB0-D619-43BB-88EC-167B974F9EE6}" destId="{7C56D1C7-DF39-405E-AB85-19E77C0684FC}" srcOrd="0" destOrd="0" parTransId="{4BBAF808-E3A4-4BBF-93E5-5CCEF4B62255}" sibTransId="{593CD285-4EFE-4D68-BD0C-A82640E3FBCC}"/>
    <dgm:cxn modelId="{38E2FFC1-8182-4EB3-B310-E6CE48DC2FE8}" type="presOf" srcId="{7C56D1C7-DF39-405E-AB85-19E77C0684FC}" destId="{283C8A76-D15C-4CFD-AF74-D77D305FDC08}" srcOrd="0" destOrd="0" presId="urn:microsoft.com/office/officeart/2005/8/layout/vList2"/>
    <dgm:cxn modelId="{31085E25-4401-4125-BCB5-609574249FCE}" type="presParOf" srcId="{7251C6AD-CC7E-46BC-9BB2-C17900BE8A7E}" destId="{283C8A76-D15C-4CFD-AF74-D77D305FDC08}" srcOrd="0" destOrd="0" presId="urn:microsoft.com/office/officeart/2005/8/layout/vList2"/>
    <dgm:cxn modelId="{175F20A4-6D9B-469F-A303-6CD9E041C4C5}" type="presParOf" srcId="{7251C6AD-CC7E-46BC-9BB2-C17900BE8A7E}" destId="{E4C9F291-DFD5-4927-A8C1-C6E8630B59A9}" srcOrd="1" destOrd="0" presId="urn:microsoft.com/office/officeart/2005/8/layout/vList2"/>
    <dgm:cxn modelId="{3F96F7F1-2E8A-4B06-B156-E56D777A8FDD}" type="presParOf" srcId="{7251C6AD-CC7E-46BC-9BB2-C17900BE8A7E}" destId="{914E4698-C225-4FA9-BF6C-507547DB0A9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5E4F292-E203-4D31-A72E-915F7695E145}" type="doc">
      <dgm:prSet loTypeId="urn:microsoft.com/office/officeart/2005/8/layout/vProcess5" loCatId="process" qsTypeId="urn:microsoft.com/office/officeart/2005/8/quickstyle/simple1" qsCatId="simple" csTypeId="urn:microsoft.com/office/officeart/2005/8/colors/accent2_1" csCatId="accent2"/>
      <dgm:spPr/>
      <dgm:t>
        <a:bodyPr/>
        <a:lstStyle/>
        <a:p>
          <a:endParaRPr lang="en-NZ"/>
        </a:p>
      </dgm:t>
    </dgm:pt>
    <dgm:pt modelId="{C2977508-20B8-4BD8-BB7F-1251B0E7036B}">
      <dgm:prSet/>
      <dgm:spPr/>
      <dgm:t>
        <a:bodyPr/>
        <a:lstStyle/>
        <a:p>
          <a:r>
            <a:rPr lang="en-NZ"/>
            <a:t>We can plot the profit for each quantity level, using the isoprofit curve that crosses, or is tangent to, the demand curve.</a:t>
          </a:r>
        </a:p>
      </dgm:t>
    </dgm:pt>
    <dgm:pt modelId="{F493C49F-06DB-40F7-BA86-5B2AFF2AA6B8}" type="parTrans" cxnId="{E9F9C177-76E7-4A39-852D-1ABBFCD03F75}">
      <dgm:prSet/>
      <dgm:spPr/>
      <dgm:t>
        <a:bodyPr/>
        <a:lstStyle/>
        <a:p>
          <a:endParaRPr lang="en-NZ"/>
        </a:p>
      </dgm:t>
    </dgm:pt>
    <dgm:pt modelId="{CE2D4C46-21EA-4CCA-B8DD-C5A810C6458C}" type="sibTrans" cxnId="{E9F9C177-76E7-4A39-852D-1ABBFCD03F75}">
      <dgm:prSet/>
      <dgm:spPr/>
      <dgm:t>
        <a:bodyPr/>
        <a:lstStyle/>
        <a:p>
          <a:endParaRPr lang="en-NZ"/>
        </a:p>
      </dgm:t>
    </dgm:pt>
    <dgm:pt modelId="{99609329-273D-4D37-A2B3-F0F1DCBAF2F9}">
      <dgm:prSet/>
      <dgm:spPr/>
      <dgm:t>
        <a:bodyPr/>
        <a:lstStyle/>
        <a:p>
          <a:r>
            <a:rPr lang="en-NZ"/>
            <a:t>By matching this demand curve to the profit curve, you can see profit is maximised at tangency</a:t>
          </a:r>
        </a:p>
      </dgm:t>
    </dgm:pt>
    <dgm:pt modelId="{3C096BAC-FD46-489B-AA57-5875CFA97621}" type="parTrans" cxnId="{74D2C1EF-8C92-4C2D-924F-E359E866A521}">
      <dgm:prSet/>
      <dgm:spPr/>
      <dgm:t>
        <a:bodyPr/>
        <a:lstStyle/>
        <a:p>
          <a:endParaRPr lang="en-NZ"/>
        </a:p>
      </dgm:t>
    </dgm:pt>
    <dgm:pt modelId="{0FC1EF0C-EFE8-4A3F-BA56-44DD5209E680}" type="sibTrans" cxnId="{74D2C1EF-8C92-4C2D-924F-E359E866A521}">
      <dgm:prSet/>
      <dgm:spPr/>
      <dgm:t>
        <a:bodyPr/>
        <a:lstStyle/>
        <a:p>
          <a:endParaRPr lang="en-NZ"/>
        </a:p>
      </dgm:t>
    </dgm:pt>
    <dgm:pt modelId="{2A0B3001-726D-41C5-AB24-0EE0130BE9DD}" type="pres">
      <dgm:prSet presAssocID="{F5E4F292-E203-4D31-A72E-915F7695E145}" presName="outerComposite" presStyleCnt="0">
        <dgm:presLayoutVars>
          <dgm:chMax val="5"/>
          <dgm:dir/>
          <dgm:resizeHandles val="exact"/>
        </dgm:presLayoutVars>
      </dgm:prSet>
      <dgm:spPr/>
    </dgm:pt>
    <dgm:pt modelId="{B5FB484D-14D7-4AD2-B6A4-99B61ED73669}" type="pres">
      <dgm:prSet presAssocID="{F5E4F292-E203-4D31-A72E-915F7695E145}" presName="dummyMaxCanvas" presStyleCnt="0">
        <dgm:presLayoutVars/>
      </dgm:prSet>
      <dgm:spPr/>
    </dgm:pt>
    <dgm:pt modelId="{4C2B63D2-F8B3-43F4-816F-073B4F6D1EC0}" type="pres">
      <dgm:prSet presAssocID="{F5E4F292-E203-4D31-A72E-915F7695E145}" presName="TwoNodes_1" presStyleLbl="node1" presStyleIdx="0" presStyleCnt="2">
        <dgm:presLayoutVars>
          <dgm:bulletEnabled val="1"/>
        </dgm:presLayoutVars>
      </dgm:prSet>
      <dgm:spPr/>
    </dgm:pt>
    <dgm:pt modelId="{F3FAA6A6-0DB0-4DCB-B2F3-78C1D157B169}" type="pres">
      <dgm:prSet presAssocID="{F5E4F292-E203-4D31-A72E-915F7695E145}" presName="TwoNodes_2" presStyleLbl="node1" presStyleIdx="1" presStyleCnt="2">
        <dgm:presLayoutVars>
          <dgm:bulletEnabled val="1"/>
        </dgm:presLayoutVars>
      </dgm:prSet>
      <dgm:spPr/>
    </dgm:pt>
    <dgm:pt modelId="{CACE7C2F-C7D6-4B1D-BD44-976DD7948DD3}" type="pres">
      <dgm:prSet presAssocID="{F5E4F292-E203-4D31-A72E-915F7695E145}" presName="TwoConn_1-2" presStyleLbl="fgAccFollowNode1" presStyleIdx="0" presStyleCnt="1">
        <dgm:presLayoutVars>
          <dgm:bulletEnabled val="1"/>
        </dgm:presLayoutVars>
      </dgm:prSet>
      <dgm:spPr/>
    </dgm:pt>
    <dgm:pt modelId="{0CFB83A6-B36A-422C-B88E-8B8552A71755}" type="pres">
      <dgm:prSet presAssocID="{F5E4F292-E203-4D31-A72E-915F7695E145}" presName="TwoNodes_1_text" presStyleLbl="node1" presStyleIdx="1" presStyleCnt="2">
        <dgm:presLayoutVars>
          <dgm:bulletEnabled val="1"/>
        </dgm:presLayoutVars>
      </dgm:prSet>
      <dgm:spPr/>
    </dgm:pt>
    <dgm:pt modelId="{D32D0CB4-249D-489E-BCD4-566E4D87FE18}" type="pres">
      <dgm:prSet presAssocID="{F5E4F292-E203-4D31-A72E-915F7695E145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33DF9A1F-56A6-4840-9A88-A6A2E9EE6C51}" type="presOf" srcId="{C2977508-20B8-4BD8-BB7F-1251B0E7036B}" destId="{4C2B63D2-F8B3-43F4-816F-073B4F6D1EC0}" srcOrd="0" destOrd="0" presId="urn:microsoft.com/office/officeart/2005/8/layout/vProcess5"/>
    <dgm:cxn modelId="{FA09963E-0EFC-48CD-AE3A-5FEDC4535BC9}" type="presOf" srcId="{C2977508-20B8-4BD8-BB7F-1251B0E7036B}" destId="{0CFB83A6-B36A-422C-B88E-8B8552A71755}" srcOrd="1" destOrd="0" presId="urn:microsoft.com/office/officeart/2005/8/layout/vProcess5"/>
    <dgm:cxn modelId="{F0163244-869E-4AB7-82B7-7A230758A4B3}" type="presOf" srcId="{99609329-273D-4D37-A2B3-F0F1DCBAF2F9}" destId="{D32D0CB4-249D-489E-BCD4-566E4D87FE18}" srcOrd="1" destOrd="0" presId="urn:microsoft.com/office/officeart/2005/8/layout/vProcess5"/>
    <dgm:cxn modelId="{E9F9C177-76E7-4A39-852D-1ABBFCD03F75}" srcId="{F5E4F292-E203-4D31-A72E-915F7695E145}" destId="{C2977508-20B8-4BD8-BB7F-1251B0E7036B}" srcOrd="0" destOrd="0" parTransId="{F493C49F-06DB-40F7-BA86-5B2AFF2AA6B8}" sibTransId="{CE2D4C46-21EA-4CCA-B8DD-C5A810C6458C}"/>
    <dgm:cxn modelId="{FF6AD4B7-6E7A-4396-98C2-CE17EE1EDC6B}" type="presOf" srcId="{F5E4F292-E203-4D31-A72E-915F7695E145}" destId="{2A0B3001-726D-41C5-AB24-0EE0130BE9DD}" srcOrd="0" destOrd="0" presId="urn:microsoft.com/office/officeart/2005/8/layout/vProcess5"/>
    <dgm:cxn modelId="{B6F24DEF-7006-4261-9515-C326E2729FAD}" type="presOf" srcId="{99609329-273D-4D37-A2B3-F0F1DCBAF2F9}" destId="{F3FAA6A6-0DB0-4DCB-B2F3-78C1D157B169}" srcOrd="0" destOrd="0" presId="urn:microsoft.com/office/officeart/2005/8/layout/vProcess5"/>
    <dgm:cxn modelId="{74D2C1EF-8C92-4C2D-924F-E359E866A521}" srcId="{F5E4F292-E203-4D31-A72E-915F7695E145}" destId="{99609329-273D-4D37-A2B3-F0F1DCBAF2F9}" srcOrd="1" destOrd="0" parTransId="{3C096BAC-FD46-489B-AA57-5875CFA97621}" sibTransId="{0FC1EF0C-EFE8-4A3F-BA56-44DD5209E680}"/>
    <dgm:cxn modelId="{A4EBCFF3-A621-408F-AB69-E5D4102FEA6C}" type="presOf" srcId="{CE2D4C46-21EA-4CCA-B8DD-C5A810C6458C}" destId="{CACE7C2F-C7D6-4B1D-BD44-976DD7948DD3}" srcOrd="0" destOrd="0" presId="urn:microsoft.com/office/officeart/2005/8/layout/vProcess5"/>
    <dgm:cxn modelId="{A8B7BA3F-5C8D-47C7-8FD9-6F9AE87CB069}" type="presParOf" srcId="{2A0B3001-726D-41C5-AB24-0EE0130BE9DD}" destId="{B5FB484D-14D7-4AD2-B6A4-99B61ED73669}" srcOrd="0" destOrd="0" presId="urn:microsoft.com/office/officeart/2005/8/layout/vProcess5"/>
    <dgm:cxn modelId="{914CAC1E-33B6-493E-AF7A-393477BA6F04}" type="presParOf" srcId="{2A0B3001-726D-41C5-AB24-0EE0130BE9DD}" destId="{4C2B63D2-F8B3-43F4-816F-073B4F6D1EC0}" srcOrd="1" destOrd="0" presId="urn:microsoft.com/office/officeart/2005/8/layout/vProcess5"/>
    <dgm:cxn modelId="{EBE88052-E444-414C-A7D1-6EC27C49011F}" type="presParOf" srcId="{2A0B3001-726D-41C5-AB24-0EE0130BE9DD}" destId="{F3FAA6A6-0DB0-4DCB-B2F3-78C1D157B169}" srcOrd="2" destOrd="0" presId="urn:microsoft.com/office/officeart/2005/8/layout/vProcess5"/>
    <dgm:cxn modelId="{5A12065F-B8CD-4C5C-8DE0-21F20F190A55}" type="presParOf" srcId="{2A0B3001-726D-41C5-AB24-0EE0130BE9DD}" destId="{CACE7C2F-C7D6-4B1D-BD44-976DD7948DD3}" srcOrd="3" destOrd="0" presId="urn:microsoft.com/office/officeart/2005/8/layout/vProcess5"/>
    <dgm:cxn modelId="{A478BF71-B129-4781-9E7D-D5C22010FE4D}" type="presParOf" srcId="{2A0B3001-726D-41C5-AB24-0EE0130BE9DD}" destId="{0CFB83A6-B36A-422C-B88E-8B8552A71755}" srcOrd="4" destOrd="0" presId="urn:microsoft.com/office/officeart/2005/8/layout/vProcess5"/>
    <dgm:cxn modelId="{0153CB56-3C95-427F-8D5D-408F63957C04}" type="presParOf" srcId="{2A0B3001-726D-41C5-AB24-0EE0130BE9DD}" destId="{D32D0CB4-249D-489E-BCD4-566E4D87FE18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32F478F-2AA4-418E-BB81-D2B2BFECA961}" type="doc">
      <dgm:prSet loTypeId="urn:microsoft.com/office/officeart/2005/8/layout/hierarchy2" loCatId="hierarchy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NZ"/>
        </a:p>
      </dgm:t>
    </dgm:pt>
    <dgm:pt modelId="{F299543A-AF7E-4AD8-9B7A-B11824D22CBA}">
      <dgm:prSet phldrT="[Text]"/>
      <dgm:spPr/>
      <dgm:t>
        <a:bodyPr/>
        <a:lstStyle/>
        <a:p>
          <a:r>
            <a:rPr lang="en-NZ" dirty="0"/>
            <a:t>Two Reasons</a:t>
          </a:r>
        </a:p>
      </dgm:t>
    </dgm:pt>
    <dgm:pt modelId="{2F13F60A-81BC-4C30-9F64-38D94DA8A6BB}" type="parTrans" cxnId="{5117B750-BBB3-4C2E-A76D-A0DED82A3321}">
      <dgm:prSet/>
      <dgm:spPr/>
      <dgm:t>
        <a:bodyPr/>
        <a:lstStyle/>
        <a:p>
          <a:endParaRPr lang="en-NZ"/>
        </a:p>
      </dgm:t>
    </dgm:pt>
    <dgm:pt modelId="{DE3E440D-1C94-4A42-9DAD-39145A3CAD66}" type="sibTrans" cxnId="{5117B750-BBB3-4C2E-A76D-A0DED82A3321}">
      <dgm:prSet/>
      <dgm:spPr/>
      <dgm:t>
        <a:bodyPr/>
        <a:lstStyle/>
        <a:p>
          <a:endParaRPr lang="en-NZ"/>
        </a:p>
      </dgm:t>
    </dgm:pt>
    <dgm:pt modelId="{85639BA9-4B71-49E7-8A1C-DADC1CB79733}">
      <dgm:prSet phldrT="[Text]"/>
      <dgm:spPr/>
      <dgm:t>
        <a:bodyPr/>
        <a:lstStyle/>
        <a:p>
          <a:r>
            <a:rPr lang="en-NZ" dirty="0"/>
            <a:t>Technological advantages</a:t>
          </a:r>
        </a:p>
      </dgm:t>
    </dgm:pt>
    <dgm:pt modelId="{0A794F19-4380-4E78-9043-3988A1C64F10}" type="parTrans" cxnId="{DA3EBF97-3E05-4CC7-AA1F-C39C0F7E5985}">
      <dgm:prSet/>
      <dgm:spPr/>
      <dgm:t>
        <a:bodyPr/>
        <a:lstStyle/>
        <a:p>
          <a:endParaRPr lang="en-NZ"/>
        </a:p>
      </dgm:t>
    </dgm:pt>
    <dgm:pt modelId="{DB0244AB-AC03-43FF-9707-AB397F86F3D8}" type="sibTrans" cxnId="{DA3EBF97-3E05-4CC7-AA1F-C39C0F7E5985}">
      <dgm:prSet/>
      <dgm:spPr/>
      <dgm:t>
        <a:bodyPr/>
        <a:lstStyle/>
        <a:p>
          <a:endParaRPr lang="en-NZ"/>
        </a:p>
      </dgm:t>
    </dgm:pt>
    <dgm:pt modelId="{8A4EBDBE-E3E4-4621-A555-690D8EFFDFC7}">
      <dgm:prSet phldrT="[Text]"/>
      <dgm:spPr/>
      <dgm:t>
        <a:bodyPr/>
        <a:lstStyle/>
        <a:p>
          <a:r>
            <a:rPr lang="en-NZ" dirty="0"/>
            <a:t>Use fewer inputs per unit of output</a:t>
          </a:r>
        </a:p>
      </dgm:t>
    </dgm:pt>
    <dgm:pt modelId="{1B4D61FE-9570-4005-A90D-AD9992555EF3}" type="parTrans" cxnId="{025E9E88-B650-4A57-A2A7-BC09B2C317AB}">
      <dgm:prSet/>
      <dgm:spPr/>
      <dgm:t>
        <a:bodyPr/>
        <a:lstStyle/>
        <a:p>
          <a:endParaRPr lang="en-NZ"/>
        </a:p>
      </dgm:t>
    </dgm:pt>
    <dgm:pt modelId="{E1491729-BE55-48BB-BF1D-F7A46F18E6C9}" type="sibTrans" cxnId="{025E9E88-B650-4A57-A2A7-BC09B2C317AB}">
      <dgm:prSet/>
      <dgm:spPr/>
      <dgm:t>
        <a:bodyPr/>
        <a:lstStyle/>
        <a:p>
          <a:endParaRPr lang="en-NZ"/>
        </a:p>
      </dgm:t>
    </dgm:pt>
    <dgm:pt modelId="{416F6F9A-F3BC-46D0-98E4-4A5D90C83533}">
      <dgm:prSet phldrT="[Text]"/>
      <dgm:spPr/>
      <dgm:t>
        <a:bodyPr/>
        <a:lstStyle/>
        <a:p>
          <a:r>
            <a:rPr lang="en-NZ" dirty="0"/>
            <a:t>Cost advantages</a:t>
          </a:r>
        </a:p>
      </dgm:t>
    </dgm:pt>
    <dgm:pt modelId="{27A8D0D0-49D2-42FC-A4AD-A0F3C0069178}" type="parTrans" cxnId="{5EBB152A-A1D6-4CCC-A85E-208F529DD6AD}">
      <dgm:prSet/>
      <dgm:spPr/>
      <dgm:t>
        <a:bodyPr/>
        <a:lstStyle/>
        <a:p>
          <a:endParaRPr lang="en-NZ"/>
        </a:p>
      </dgm:t>
    </dgm:pt>
    <dgm:pt modelId="{3FAC8481-D20C-4BA0-8BAE-B603361E63D5}" type="sibTrans" cxnId="{5EBB152A-A1D6-4CCC-A85E-208F529DD6AD}">
      <dgm:prSet/>
      <dgm:spPr/>
      <dgm:t>
        <a:bodyPr/>
        <a:lstStyle/>
        <a:p>
          <a:endParaRPr lang="en-NZ"/>
        </a:p>
      </dgm:t>
    </dgm:pt>
    <dgm:pt modelId="{60BB4D1E-B308-41AE-A1D1-022787B0A883}">
      <dgm:prSet phldrT="[Text]"/>
      <dgm:spPr/>
      <dgm:t>
        <a:bodyPr/>
        <a:lstStyle/>
        <a:p>
          <a:r>
            <a:rPr lang="en-NZ" dirty="0"/>
            <a:t>Fixed costs have smaller impacts</a:t>
          </a:r>
        </a:p>
      </dgm:t>
    </dgm:pt>
    <dgm:pt modelId="{5F8F9DA2-3739-4F70-A1B7-DF89FD59D1C7}" type="parTrans" cxnId="{2D5FA28F-31A2-4104-84DF-C4DC9437FD49}">
      <dgm:prSet/>
      <dgm:spPr/>
      <dgm:t>
        <a:bodyPr/>
        <a:lstStyle/>
        <a:p>
          <a:endParaRPr lang="en-NZ"/>
        </a:p>
      </dgm:t>
    </dgm:pt>
    <dgm:pt modelId="{DC3C90C3-D3C0-4A16-9507-31C4BADCAE72}" type="sibTrans" cxnId="{2D5FA28F-31A2-4104-84DF-C4DC9437FD49}">
      <dgm:prSet/>
      <dgm:spPr/>
      <dgm:t>
        <a:bodyPr/>
        <a:lstStyle/>
        <a:p>
          <a:endParaRPr lang="en-NZ"/>
        </a:p>
      </dgm:t>
    </dgm:pt>
    <dgm:pt modelId="{6245D29C-1211-4C1A-8168-56E541B6AC23}">
      <dgm:prSet/>
      <dgm:spPr/>
      <dgm:t>
        <a:bodyPr/>
        <a:lstStyle/>
        <a:p>
          <a:r>
            <a:rPr lang="en-NZ" dirty="0"/>
            <a:t>Large firm has more bargaining power</a:t>
          </a:r>
        </a:p>
      </dgm:t>
    </dgm:pt>
    <dgm:pt modelId="{D59C6F64-31CC-475D-B0E1-4B1ED7773377}" type="parTrans" cxnId="{01A17C3D-D2B8-4FE8-8E25-3F83FC058590}">
      <dgm:prSet/>
      <dgm:spPr/>
      <dgm:t>
        <a:bodyPr/>
        <a:lstStyle/>
        <a:p>
          <a:endParaRPr lang="en-NZ"/>
        </a:p>
      </dgm:t>
    </dgm:pt>
    <dgm:pt modelId="{B5F1AFA4-EEB6-4A51-AD32-84E4C04986BF}" type="sibTrans" cxnId="{01A17C3D-D2B8-4FE8-8E25-3F83FC058590}">
      <dgm:prSet/>
      <dgm:spPr/>
      <dgm:t>
        <a:bodyPr/>
        <a:lstStyle/>
        <a:p>
          <a:endParaRPr lang="en-NZ"/>
        </a:p>
      </dgm:t>
    </dgm:pt>
    <dgm:pt modelId="{D44A18AC-C1B2-4FBC-B956-8CA6E9752326}" type="pres">
      <dgm:prSet presAssocID="{532F478F-2AA4-418E-BB81-D2B2BFECA961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9448B4F-BCB4-4AEF-A2BE-32055778AFC5}" type="pres">
      <dgm:prSet presAssocID="{F299543A-AF7E-4AD8-9B7A-B11824D22CBA}" presName="root1" presStyleCnt="0"/>
      <dgm:spPr/>
    </dgm:pt>
    <dgm:pt modelId="{7AEB291A-EFAE-4F90-A816-FCC7E9B2401E}" type="pres">
      <dgm:prSet presAssocID="{F299543A-AF7E-4AD8-9B7A-B11824D22CBA}" presName="LevelOneTextNode" presStyleLbl="node0" presStyleIdx="0" presStyleCnt="1">
        <dgm:presLayoutVars>
          <dgm:chPref val="3"/>
        </dgm:presLayoutVars>
      </dgm:prSet>
      <dgm:spPr/>
    </dgm:pt>
    <dgm:pt modelId="{27E1081F-C5B6-4F5D-9ED3-B4933F0CF732}" type="pres">
      <dgm:prSet presAssocID="{F299543A-AF7E-4AD8-9B7A-B11824D22CBA}" presName="level2hierChild" presStyleCnt="0"/>
      <dgm:spPr/>
    </dgm:pt>
    <dgm:pt modelId="{9C8C9AAB-DB80-49CD-A608-FA7BA963B80B}" type="pres">
      <dgm:prSet presAssocID="{0A794F19-4380-4E78-9043-3988A1C64F10}" presName="conn2-1" presStyleLbl="parChTrans1D2" presStyleIdx="0" presStyleCnt="2"/>
      <dgm:spPr/>
    </dgm:pt>
    <dgm:pt modelId="{25FC35A8-D2A8-4BDE-A43B-615D0B61CB16}" type="pres">
      <dgm:prSet presAssocID="{0A794F19-4380-4E78-9043-3988A1C64F10}" presName="connTx" presStyleLbl="parChTrans1D2" presStyleIdx="0" presStyleCnt="2"/>
      <dgm:spPr/>
    </dgm:pt>
    <dgm:pt modelId="{E3396D04-777F-433E-BF98-612984612221}" type="pres">
      <dgm:prSet presAssocID="{85639BA9-4B71-49E7-8A1C-DADC1CB79733}" presName="root2" presStyleCnt="0"/>
      <dgm:spPr/>
    </dgm:pt>
    <dgm:pt modelId="{F05681F0-AD23-460B-AE2E-08E9B5223506}" type="pres">
      <dgm:prSet presAssocID="{85639BA9-4B71-49E7-8A1C-DADC1CB79733}" presName="LevelTwoTextNode" presStyleLbl="node2" presStyleIdx="0" presStyleCnt="2">
        <dgm:presLayoutVars>
          <dgm:chPref val="3"/>
        </dgm:presLayoutVars>
      </dgm:prSet>
      <dgm:spPr/>
    </dgm:pt>
    <dgm:pt modelId="{E5F6FAD1-ED4F-4760-9C97-956BB3B1CF26}" type="pres">
      <dgm:prSet presAssocID="{85639BA9-4B71-49E7-8A1C-DADC1CB79733}" presName="level3hierChild" presStyleCnt="0"/>
      <dgm:spPr/>
    </dgm:pt>
    <dgm:pt modelId="{4904E246-6135-4CBA-B184-4EC7CE6AB56E}" type="pres">
      <dgm:prSet presAssocID="{1B4D61FE-9570-4005-A90D-AD9992555EF3}" presName="conn2-1" presStyleLbl="parChTrans1D3" presStyleIdx="0" presStyleCnt="3"/>
      <dgm:spPr/>
    </dgm:pt>
    <dgm:pt modelId="{18175FEC-303C-4067-8049-2FDFD5E88388}" type="pres">
      <dgm:prSet presAssocID="{1B4D61FE-9570-4005-A90D-AD9992555EF3}" presName="connTx" presStyleLbl="parChTrans1D3" presStyleIdx="0" presStyleCnt="3"/>
      <dgm:spPr/>
    </dgm:pt>
    <dgm:pt modelId="{5B194A2A-7629-45A7-AAE7-CC06964A56BB}" type="pres">
      <dgm:prSet presAssocID="{8A4EBDBE-E3E4-4621-A555-690D8EFFDFC7}" presName="root2" presStyleCnt="0"/>
      <dgm:spPr/>
    </dgm:pt>
    <dgm:pt modelId="{D7A33F50-7544-4144-9D53-3AA37643B45C}" type="pres">
      <dgm:prSet presAssocID="{8A4EBDBE-E3E4-4621-A555-690D8EFFDFC7}" presName="LevelTwoTextNode" presStyleLbl="node3" presStyleIdx="0" presStyleCnt="3">
        <dgm:presLayoutVars>
          <dgm:chPref val="3"/>
        </dgm:presLayoutVars>
      </dgm:prSet>
      <dgm:spPr/>
    </dgm:pt>
    <dgm:pt modelId="{7B172471-145D-4479-A273-7995BFC7F31A}" type="pres">
      <dgm:prSet presAssocID="{8A4EBDBE-E3E4-4621-A555-690D8EFFDFC7}" presName="level3hierChild" presStyleCnt="0"/>
      <dgm:spPr/>
    </dgm:pt>
    <dgm:pt modelId="{75AFA862-2C02-4B33-80CE-421484462D3B}" type="pres">
      <dgm:prSet presAssocID="{27A8D0D0-49D2-42FC-A4AD-A0F3C0069178}" presName="conn2-1" presStyleLbl="parChTrans1D2" presStyleIdx="1" presStyleCnt="2"/>
      <dgm:spPr/>
    </dgm:pt>
    <dgm:pt modelId="{CE567336-A973-476A-8BE0-429009200599}" type="pres">
      <dgm:prSet presAssocID="{27A8D0D0-49D2-42FC-A4AD-A0F3C0069178}" presName="connTx" presStyleLbl="parChTrans1D2" presStyleIdx="1" presStyleCnt="2"/>
      <dgm:spPr/>
    </dgm:pt>
    <dgm:pt modelId="{0F57081F-B7CF-486B-BE72-CA26E114B847}" type="pres">
      <dgm:prSet presAssocID="{416F6F9A-F3BC-46D0-98E4-4A5D90C83533}" presName="root2" presStyleCnt="0"/>
      <dgm:spPr/>
    </dgm:pt>
    <dgm:pt modelId="{23E682C9-9523-444C-9E8E-187446BCF129}" type="pres">
      <dgm:prSet presAssocID="{416F6F9A-F3BC-46D0-98E4-4A5D90C83533}" presName="LevelTwoTextNode" presStyleLbl="node2" presStyleIdx="1" presStyleCnt="2">
        <dgm:presLayoutVars>
          <dgm:chPref val="3"/>
        </dgm:presLayoutVars>
      </dgm:prSet>
      <dgm:spPr/>
    </dgm:pt>
    <dgm:pt modelId="{0F9D5880-44CD-4FDF-918E-27A3308D00A4}" type="pres">
      <dgm:prSet presAssocID="{416F6F9A-F3BC-46D0-98E4-4A5D90C83533}" presName="level3hierChild" presStyleCnt="0"/>
      <dgm:spPr/>
    </dgm:pt>
    <dgm:pt modelId="{4ADFA0B7-0E53-4360-BE09-30C518FB5F92}" type="pres">
      <dgm:prSet presAssocID="{5F8F9DA2-3739-4F70-A1B7-DF89FD59D1C7}" presName="conn2-1" presStyleLbl="parChTrans1D3" presStyleIdx="1" presStyleCnt="3"/>
      <dgm:spPr/>
    </dgm:pt>
    <dgm:pt modelId="{4371D6E2-8027-4EE5-9C7B-253B6961B7F8}" type="pres">
      <dgm:prSet presAssocID="{5F8F9DA2-3739-4F70-A1B7-DF89FD59D1C7}" presName="connTx" presStyleLbl="parChTrans1D3" presStyleIdx="1" presStyleCnt="3"/>
      <dgm:spPr/>
    </dgm:pt>
    <dgm:pt modelId="{E12FC3D2-26D4-4BCA-9043-1E9EBCD73DF8}" type="pres">
      <dgm:prSet presAssocID="{60BB4D1E-B308-41AE-A1D1-022787B0A883}" presName="root2" presStyleCnt="0"/>
      <dgm:spPr/>
    </dgm:pt>
    <dgm:pt modelId="{7E0D1376-6F18-48F8-A8B5-3309882FC4C5}" type="pres">
      <dgm:prSet presAssocID="{60BB4D1E-B308-41AE-A1D1-022787B0A883}" presName="LevelTwoTextNode" presStyleLbl="node3" presStyleIdx="1" presStyleCnt="3">
        <dgm:presLayoutVars>
          <dgm:chPref val="3"/>
        </dgm:presLayoutVars>
      </dgm:prSet>
      <dgm:spPr/>
    </dgm:pt>
    <dgm:pt modelId="{133D085B-9981-45B2-B9BE-1A98E5B96A2D}" type="pres">
      <dgm:prSet presAssocID="{60BB4D1E-B308-41AE-A1D1-022787B0A883}" presName="level3hierChild" presStyleCnt="0"/>
      <dgm:spPr/>
    </dgm:pt>
    <dgm:pt modelId="{234CC577-DA8A-42CF-B214-8CF9DE3B3967}" type="pres">
      <dgm:prSet presAssocID="{D59C6F64-31CC-475D-B0E1-4B1ED7773377}" presName="conn2-1" presStyleLbl="parChTrans1D3" presStyleIdx="2" presStyleCnt="3"/>
      <dgm:spPr/>
    </dgm:pt>
    <dgm:pt modelId="{8E5672CE-0D6E-46BE-BB6A-CF9B598E76E8}" type="pres">
      <dgm:prSet presAssocID="{D59C6F64-31CC-475D-B0E1-4B1ED7773377}" presName="connTx" presStyleLbl="parChTrans1D3" presStyleIdx="2" presStyleCnt="3"/>
      <dgm:spPr/>
    </dgm:pt>
    <dgm:pt modelId="{9338F310-4F4F-416C-9E01-534AD9CF060B}" type="pres">
      <dgm:prSet presAssocID="{6245D29C-1211-4C1A-8168-56E541B6AC23}" presName="root2" presStyleCnt="0"/>
      <dgm:spPr/>
    </dgm:pt>
    <dgm:pt modelId="{4F53C891-C08C-4205-831D-EE71256CFCB1}" type="pres">
      <dgm:prSet presAssocID="{6245D29C-1211-4C1A-8168-56E541B6AC23}" presName="LevelTwoTextNode" presStyleLbl="node3" presStyleIdx="2" presStyleCnt="3">
        <dgm:presLayoutVars>
          <dgm:chPref val="3"/>
        </dgm:presLayoutVars>
      </dgm:prSet>
      <dgm:spPr/>
    </dgm:pt>
    <dgm:pt modelId="{334E4C03-B5B5-4DA8-8E5B-C827BC97CF56}" type="pres">
      <dgm:prSet presAssocID="{6245D29C-1211-4C1A-8168-56E541B6AC23}" presName="level3hierChild" presStyleCnt="0"/>
      <dgm:spPr/>
    </dgm:pt>
  </dgm:ptLst>
  <dgm:cxnLst>
    <dgm:cxn modelId="{60B98809-971D-4DD2-8FCC-B1B0B2D9E2E1}" type="presOf" srcId="{8A4EBDBE-E3E4-4621-A555-690D8EFFDFC7}" destId="{D7A33F50-7544-4144-9D53-3AA37643B45C}" srcOrd="0" destOrd="0" presId="urn:microsoft.com/office/officeart/2005/8/layout/hierarchy2"/>
    <dgm:cxn modelId="{175FF727-04ED-4796-9EFB-919ADE694AF9}" type="presOf" srcId="{6245D29C-1211-4C1A-8168-56E541B6AC23}" destId="{4F53C891-C08C-4205-831D-EE71256CFCB1}" srcOrd="0" destOrd="0" presId="urn:microsoft.com/office/officeart/2005/8/layout/hierarchy2"/>
    <dgm:cxn modelId="{5EBB152A-A1D6-4CCC-A85E-208F529DD6AD}" srcId="{F299543A-AF7E-4AD8-9B7A-B11824D22CBA}" destId="{416F6F9A-F3BC-46D0-98E4-4A5D90C83533}" srcOrd="1" destOrd="0" parTransId="{27A8D0D0-49D2-42FC-A4AD-A0F3C0069178}" sibTransId="{3FAC8481-D20C-4BA0-8BAE-B603361E63D5}"/>
    <dgm:cxn modelId="{81A5D22A-0A8E-48FE-9C52-343B7439973E}" type="presOf" srcId="{1B4D61FE-9570-4005-A90D-AD9992555EF3}" destId="{4904E246-6135-4CBA-B184-4EC7CE6AB56E}" srcOrd="0" destOrd="0" presId="urn:microsoft.com/office/officeart/2005/8/layout/hierarchy2"/>
    <dgm:cxn modelId="{1CCD0333-F578-40CF-BE0C-1113B15648CB}" type="presOf" srcId="{532F478F-2AA4-418E-BB81-D2B2BFECA961}" destId="{D44A18AC-C1B2-4FBC-B956-8CA6E9752326}" srcOrd="0" destOrd="0" presId="urn:microsoft.com/office/officeart/2005/8/layout/hierarchy2"/>
    <dgm:cxn modelId="{3812F333-E31F-47C2-99A8-63E18D2A0C4A}" type="presOf" srcId="{5F8F9DA2-3739-4F70-A1B7-DF89FD59D1C7}" destId="{4ADFA0B7-0E53-4360-BE09-30C518FB5F92}" srcOrd="0" destOrd="0" presId="urn:microsoft.com/office/officeart/2005/8/layout/hierarchy2"/>
    <dgm:cxn modelId="{82398634-8D61-4406-970D-B9841FA12715}" type="presOf" srcId="{1B4D61FE-9570-4005-A90D-AD9992555EF3}" destId="{18175FEC-303C-4067-8049-2FDFD5E88388}" srcOrd="1" destOrd="0" presId="urn:microsoft.com/office/officeart/2005/8/layout/hierarchy2"/>
    <dgm:cxn modelId="{01A17C3D-D2B8-4FE8-8E25-3F83FC058590}" srcId="{416F6F9A-F3BC-46D0-98E4-4A5D90C83533}" destId="{6245D29C-1211-4C1A-8168-56E541B6AC23}" srcOrd="1" destOrd="0" parTransId="{D59C6F64-31CC-475D-B0E1-4B1ED7773377}" sibTransId="{B5F1AFA4-EEB6-4A51-AD32-84E4C04986BF}"/>
    <dgm:cxn modelId="{5117B750-BBB3-4C2E-A76D-A0DED82A3321}" srcId="{532F478F-2AA4-418E-BB81-D2B2BFECA961}" destId="{F299543A-AF7E-4AD8-9B7A-B11824D22CBA}" srcOrd="0" destOrd="0" parTransId="{2F13F60A-81BC-4C30-9F64-38D94DA8A6BB}" sibTransId="{DE3E440D-1C94-4A42-9DAD-39145A3CAD66}"/>
    <dgm:cxn modelId="{90D50853-CD7A-44E9-B1FE-6B8E4C80C207}" type="presOf" srcId="{5F8F9DA2-3739-4F70-A1B7-DF89FD59D1C7}" destId="{4371D6E2-8027-4EE5-9C7B-253B6961B7F8}" srcOrd="1" destOrd="0" presId="urn:microsoft.com/office/officeart/2005/8/layout/hierarchy2"/>
    <dgm:cxn modelId="{1BD76C56-EE9D-4EF8-8247-B77F120A522F}" type="presOf" srcId="{416F6F9A-F3BC-46D0-98E4-4A5D90C83533}" destId="{23E682C9-9523-444C-9E8E-187446BCF129}" srcOrd="0" destOrd="0" presId="urn:microsoft.com/office/officeart/2005/8/layout/hierarchy2"/>
    <dgm:cxn modelId="{6AFD6F5B-4C42-47D1-BA54-B286ABC72CC4}" type="presOf" srcId="{D59C6F64-31CC-475D-B0E1-4B1ED7773377}" destId="{234CC577-DA8A-42CF-B214-8CF9DE3B3967}" srcOrd="0" destOrd="0" presId="urn:microsoft.com/office/officeart/2005/8/layout/hierarchy2"/>
    <dgm:cxn modelId="{8EC25473-0962-48C1-944B-9880624BDBC7}" type="presOf" srcId="{85639BA9-4B71-49E7-8A1C-DADC1CB79733}" destId="{F05681F0-AD23-460B-AE2E-08E9B5223506}" srcOrd="0" destOrd="0" presId="urn:microsoft.com/office/officeart/2005/8/layout/hierarchy2"/>
    <dgm:cxn modelId="{32587173-71A5-4796-B49B-1FEA2BDF76DB}" type="presOf" srcId="{D59C6F64-31CC-475D-B0E1-4B1ED7773377}" destId="{8E5672CE-0D6E-46BE-BB6A-CF9B598E76E8}" srcOrd="1" destOrd="0" presId="urn:microsoft.com/office/officeart/2005/8/layout/hierarchy2"/>
    <dgm:cxn modelId="{025E9E88-B650-4A57-A2A7-BC09B2C317AB}" srcId="{85639BA9-4B71-49E7-8A1C-DADC1CB79733}" destId="{8A4EBDBE-E3E4-4621-A555-690D8EFFDFC7}" srcOrd="0" destOrd="0" parTransId="{1B4D61FE-9570-4005-A90D-AD9992555EF3}" sibTransId="{E1491729-BE55-48BB-BF1D-F7A46F18E6C9}"/>
    <dgm:cxn modelId="{5295B98B-56F5-453B-A26F-3C98DE9C84F2}" type="presOf" srcId="{27A8D0D0-49D2-42FC-A4AD-A0F3C0069178}" destId="{CE567336-A973-476A-8BE0-429009200599}" srcOrd="1" destOrd="0" presId="urn:microsoft.com/office/officeart/2005/8/layout/hierarchy2"/>
    <dgm:cxn modelId="{6C976A8F-058C-4517-81A5-14EDD409553B}" type="presOf" srcId="{0A794F19-4380-4E78-9043-3988A1C64F10}" destId="{9C8C9AAB-DB80-49CD-A608-FA7BA963B80B}" srcOrd="0" destOrd="0" presId="urn:microsoft.com/office/officeart/2005/8/layout/hierarchy2"/>
    <dgm:cxn modelId="{2D5FA28F-31A2-4104-84DF-C4DC9437FD49}" srcId="{416F6F9A-F3BC-46D0-98E4-4A5D90C83533}" destId="{60BB4D1E-B308-41AE-A1D1-022787B0A883}" srcOrd="0" destOrd="0" parTransId="{5F8F9DA2-3739-4F70-A1B7-DF89FD59D1C7}" sibTransId="{DC3C90C3-D3C0-4A16-9507-31C4BADCAE72}"/>
    <dgm:cxn modelId="{3BF17495-DD0F-4CB1-86A3-61B5455ECE99}" type="presOf" srcId="{60BB4D1E-B308-41AE-A1D1-022787B0A883}" destId="{7E0D1376-6F18-48F8-A8B5-3309882FC4C5}" srcOrd="0" destOrd="0" presId="urn:microsoft.com/office/officeart/2005/8/layout/hierarchy2"/>
    <dgm:cxn modelId="{DA3EBF97-3E05-4CC7-AA1F-C39C0F7E5985}" srcId="{F299543A-AF7E-4AD8-9B7A-B11824D22CBA}" destId="{85639BA9-4B71-49E7-8A1C-DADC1CB79733}" srcOrd="0" destOrd="0" parTransId="{0A794F19-4380-4E78-9043-3988A1C64F10}" sibTransId="{DB0244AB-AC03-43FF-9707-AB397F86F3D8}"/>
    <dgm:cxn modelId="{7A903EBF-8965-4DEC-A61D-CB1719DB9AD5}" type="presOf" srcId="{27A8D0D0-49D2-42FC-A4AD-A0F3C0069178}" destId="{75AFA862-2C02-4B33-80CE-421484462D3B}" srcOrd="0" destOrd="0" presId="urn:microsoft.com/office/officeart/2005/8/layout/hierarchy2"/>
    <dgm:cxn modelId="{D7DA11D9-9BEC-408A-94FF-96A611466C3D}" type="presOf" srcId="{0A794F19-4380-4E78-9043-3988A1C64F10}" destId="{25FC35A8-D2A8-4BDE-A43B-615D0B61CB16}" srcOrd="1" destOrd="0" presId="urn:microsoft.com/office/officeart/2005/8/layout/hierarchy2"/>
    <dgm:cxn modelId="{D98389FC-39B3-4D91-B7F1-77D7F652CB92}" type="presOf" srcId="{F299543A-AF7E-4AD8-9B7A-B11824D22CBA}" destId="{7AEB291A-EFAE-4F90-A816-FCC7E9B2401E}" srcOrd="0" destOrd="0" presId="urn:microsoft.com/office/officeart/2005/8/layout/hierarchy2"/>
    <dgm:cxn modelId="{E6CB748B-77B8-4B43-94A0-E4A1C920BCB0}" type="presParOf" srcId="{D44A18AC-C1B2-4FBC-B956-8CA6E9752326}" destId="{19448B4F-BCB4-4AEF-A2BE-32055778AFC5}" srcOrd="0" destOrd="0" presId="urn:microsoft.com/office/officeart/2005/8/layout/hierarchy2"/>
    <dgm:cxn modelId="{2B37A2FD-B0FC-42DC-894C-785FC73E9983}" type="presParOf" srcId="{19448B4F-BCB4-4AEF-A2BE-32055778AFC5}" destId="{7AEB291A-EFAE-4F90-A816-FCC7E9B2401E}" srcOrd="0" destOrd="0" presId="urn:microsoft.com/office/officeart/2005/8/layout/hierarchy2"/>
    <dgm:cxn modelId="{869AB57F-2D44-4E89-97F1-7909B3B27775}" type="presParOf" srcId="{19448B4F-BCB4-4AEF-A2BE-32055778AFC5}" destId="{27E1081F-C5B6-4F5D-9ED3-B4933F0CF732}" srcOrd="1" destOrd="0" presId="urn:microsoft.com/office/officeart/2005/8/layout/hierarchy2"/>
    <dgm:cxn modelId="{B4DBCAE4-0E36-4E3A-B1CD-C77D98ED07B6}" type="presParOf" srcId="{27E1081F-C5B6-4F5D-9ED3-B4933F0CF732}" destId="{9C8C9AAB-DB80-49CD-A608-FA7BA963B80B}" srcOrd="0" destOrd="0" presId="urn:microsoft.com/office/officeart/2005/8/layout/hierarchy2"/>
    <dgm:cxn modelId="{5A6BE648-DE25-4F49-9810-47C7A482B863}" type="presParOf" srcId="{9C8C9AAB-DB80-49CD-A608-FA7BA963B80B}" destId="{25FC35A8-D2A8-4BDE-A43B-615D0B61CB16}" srcOrd="0" destOrd="0" presId="urn:microsoft.com/office/officeart/2005/8/layout/hierarchy2"/>
    <dgm:cxn modelId="{202CBB63-EDE6-48D0-92A4-B35963F443A8}" type="presParOf" srcId="{27E1081F-C5B6-4F5D-9ED3-B4933F0CF732}" destId="{E3396D04-777F-433E-BF98-612984612221}" srcOrd="1" destOrd="0" presId="urn:microsoft.com/office/officeart/2005/8/layout/hierarchy2"/>
    <dgm:cxn modelId="{7875F38B-B157-46B2-AAF8-4B81A344FE61}" type="presParOf" srcId="{E3396D04-777F-433E-BF98-612984612221}" destId="{F05681F0-AD23-460B-AE2E-08E9B5223506}" srcOrd="0" destOrd="0" presId="urn:microsoft.com/office/officeart/2005/8/layout/hierarchy2"/>
    <dgm:cxn modelId="{D8344459-F928-42D2-90B5-8F622D86CE8F}" type="presParOf" srcId="{E3396D04-777F-433E-BF98-612984612221}" destId="{E5F6FAD1-ED4F-4760-9C97-956BB3B1CF26}" srcOrd="1" destOrd="0" presId="urn:microsoft.com/office/officeart/2005/8/layout/hierarchy2"/>
    <dgm:cxn modelId="{25A8E51C-77AD-4F25-9E75-0DFD8D778023}" type="presParOf" srcId="{E5F6FAD1-ED4F-4760-9C97-956BB3B1CF26}" destId="{4904E246-6135-4CBA-B184-4EC7CE6AB56E}" srcOrd="0" destOrd="0" presId="urn:microsoft.com/office/officeart/2005/8/layout/hierarchy2"/>
    <dgm:cxn modelId="{1B3FE70F-8915-43DE-B70F-45A7CCD48A08}" type="presParOf" srcId="{4904E246-6135-4CBA-B184-4EC7CE6AB56E}" destId="{18175FEC-303C-4067-8049-2FDFD5E88388}" srcOrd="0" destOrd="0" presId="urn:microsoft.com/office/officeart/2005/8/layout/hierarchy2"/>
    <dgm:cxn modelId="{4C5EB436-D150-48F6-8FCD-1C4DF37EA51E}" type="presParOf" srcId="{E5F6FAD1-ED4F-4760-9C97-956BB3B1CF26}" destId="{5B194A2A-7629-45A7-AAE7-CC06964A56BB}" srcOrd="1" destOrd="0" presId="urn:microsoft.com/office/officeart/2005/8/layout/hierarchy2"/>
    <dgm:cxn modelId="{AC8F37CD-DCC8-4334-AACF-3C97C98BDFB4}" type="presParOf" srcId="{5B194A2A-7629-45A7-AAE7-CC06964A56BB}" destId="{D7A33F50-7544-4144-9D53-3AA37643B45C}" srcOrd="0" destOrd="0" presId="urn:microsoft.com/office/officeart/2005/8/layout/hierarchy2"/>
    <dgm:cxn modelId="{71912E27-08C1-4723-ADC6-0C147C0A8ECD}" type="presParOf" srcId="{5B194A2A-7629-45A7-AAE7-CC06964A56BB}" destId="{7B172471-145D-4479-A273-7995BFC7F31A}" srcOrd="1" destOrd="0" presId="urn:microsoft.com/office/officeart/2005/8/layout/hierarchy2"/>
    <dgm:cxn modelId="{175411C4-730A-4EBD-A096-42C2E7EC90C5}" type="presParOf" srcId="{27E1081F-C5B6-4F5D-9ED3-B4933F0CF732}" destId="{75AFA862-2C02-4B33-80CE-421484462D3B}" srcOrd="2" destOrd="0" presId="urn:microsoft.com/office/officeart/2005/8/layout/hierarchy2"/>
    <dgm:cxn modelId="{ABA03DB5-F4D3-4537-AC0F-F6FE5949AF2C}" type="presParOf" srcId="{75AFA862-2C02-4B33-80CE-421484462D3B}" destId="{CE567336-A973-476A-8BE0-429009200599}" srcOrd="0" destOrd="0" presId="urn:microsoft.com/office/officeart/2005/8/layout/hierarchy2"/>
    <dgm:cxn modelId="{A5FA564E-A1FF-4885-ABB4-D039FF1F2A29}" type="presParOf" srcId="{27E1081F-C5B6-4F5D-9ED3-B4933F0CF732}" destId="{0F57081F-B7CF-486B-BE72-CA26E114B847}" srcOrd="3" destOrd="0" presId="urn:microsoft.com/office/officeart/2005/8/layout/hierarchy2"/>
    <dgm:cxn modelId="{E7675260-9962-4521-9B55-B3E58BBF5AAA}" type="presParOf" srcId="{0F57081F-B7CF-486B-BE72-CA26E114B847}" destId="{23E682C9-9523-444C-9E8E-187446BCF129}" srcOrd="0" destOrd="0" presId="urn:microsoft.com/office/officeart/2005/8/layout/hierarchy2"/>
    <dgm:cxn modelId="{3B4D523E-302C-4E08-8D03-5E17A98B1D3D}" type="presParOf" srcId="{0F57081F-B7CF-486B-BE72-CA26E114B847}" destId="{0F9D5880-44CD-4FDF-918E-27A3308D00A4}" srcOrd="1" destOrd="0" presId="urn:microsoft.com/office/officeart/2005/8/layout/hierarchy2"/>
    <dgm:cxn modelId="{4F75F766-A426-4038-AE59-868E1D825B76}" type="presParOf" srcId="{0F9D5880-44CD-4FDF-918E-27A3308D00A4}" destId="{4ADFA0B7-0E53-4360-BE09-30C518FB5F92}" srcOrd="0" destOrd="0" presId="urn:microsoft.com/office/officeart/2005/8/layout/hierarchy2"/>
    <dgm:cxn modelId="{84F37A0C-290B-43E0-B0E8-44F65DD38A2A}" type="presParOf" srcId="{4ADFA0B7-0E53-4360-BE09-30C518FB5F92}" destId="{4371D6E2-8027-4EE5-9C7B-253B6961B7F8}" srcOrd="0" destOrd="0" presId="urn:microsoft.com/office/officeart/2005/8/layout/hierarchy2"/>
    <dgm:cxn modelId="{92395614-5F75-4309-B1E6-6F9669493E9B}" type="presParOf" srcId="{0F9D5880-44CD-4FDF-918E-27A3308D00A4}" destId="{E12FC3D2-26D4-4BCA-9043-1E9EBCD73DF8}" srcOrd="1" destOrd="0" presId="urn:microsoft.com/office/officeart/2005/8/layout/hierarchy2"/>
    <dgm:cxn modelId="{D5616E4A-409F-4FD4-8DCB-4CE11232CA3B}" type="presParOf" srcId="{E12FC3D2-26D4-4BCA-9043-1E9EBCD73DF8}" destId="{7E0D1376-6F18-48F8-A8B5-3309882FC4C5}" srcOrd="0" destOrd="0" presId="urn:microsoft.com/office/officeart/2005/8/layout/hierarchy2"/>
    <dgm:cxn modelId="{014F00F8-6D63-4C6E-A207-25862F5FE72D}" type="presParOf" srcId="{E12FC3D2-26D4-4BCA-9043-1E9EBCD73DF8}" destId="{133D085B-9981-45B2-B9BE-1A98E5B96A2D}" srcOrd="1" destOrd="0" presId="urn:microsoft.com/office/officeart/2005/8/layout/hierarchy2"/>
    <dgm:cxn modelId="{2F14B78F-B7FE-411D-B4FB-0CF1CA695966}" type="presParOf" srcId="{0F9D5880-44CD-4FDF-918E-27A3308D00A4}" destId="{234CC577-DA8A-42CF-B214-8CF9DE3B3967}" srcOrd="2" destOrd="0" presId="urn:microsoft.com/office/officeart/2005/8/layout/hierarchy2"/>
    <dgm:cxn modelId="{A16B266B-6995-4500-A3E1-195461343078}" type="presParOf" srcId="{234CC577-DA8A-42CF-B214-8CF9DE3B3967}" destId="{8E5672CE-0D6E-46BE-BB6A-CF9B598E76E8}" srcOrd="0" destOrd="0" presId="urn:microsoft.com/office/officeart/2005/8/layout/hierarchy2"/>
    <dgm:cxn modelId="{D2A4D50F-5D45-4F8E-BA98-42C146DFB03D}" type="presParOf" srcId="{0F9D5880-44CD-4FDF-918E-27A3308D00A4}" destId="{9338F310-4F4F-416C-9E01-534AD9CF060B}" srcOrd="3" destOrd="0" presId="urn:microsoft.com/office/officeart/2005/8/layout/hierarchy2"/>
    <dgm:cxn modelId="{46DC2C07-82A9-472F-BDC7-755CBF672F71}" type="presParOf" srcId="{9338F310-4F4F-416C-9E01-534AD9CF060B}" destId="{4F53C891-C08C-4205-831D-EE71256CFCB1}" srcOrd="0" destOrd="0" presId="urn:microsoft.com/office/officeart/2005/8/layout/hierarchy2"/>
    <dgm:cxn modelId="{348B21CE-704B-4566-A1F5-D556E967C0AC}" type="presParOf" srcId="{9338F310-4F4F-416C-9E01-534AD9CF060B}" destId="{334E4C03-B5B5-4DA8-8E5B-C827BC97CF5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12293DD-51E1-45A1-9E44-EA3EB11826D5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Z"/>
        </a:p>
      </dgm:t>
    </dgm:pt>
    <dgm:pt modelId="{E863FD43-C3B3-4D5B-8F42-D7255126B901}">
      <dgm:prSet phldrT="[Text]"/>
      <dgm:spPr/>
      <dgm:t>
        <a:bodyPr/>
        <a:lstStyle/>
        <a:p>
          <a:r>
            <a:rPr lang="en-NZ" dirty="0"/>
            <a:t>Economies of Scale</a:t>
          </a:r>
        </a:p>
      </dgm:t>
    </dgm:pt>
    <dgm:pt modelId="{E6509700-A194-4B4F-834E-7C494367BEF8}" type="parTrans" cxnId="{76B27FBD-D0D9-4DDA-8590-631775F52FC3}">
      <dgm:prSet/>
      <dgm:spPr/>
      <dgm:t>
        <a:bodyPr/>
        <a:lstStyle/>
        <a:p>
          <a:endParaRPr lang="en-NZ"/>
        </a:p>
      </dgm:t>
    </dgm:pt>
    <dgm:pt modelId="{FD52F041-BB7D-4004-905A-F60A64334086}" type="sibTrans" cxnId="{76B27FBD-D0D9-4DDA-8590-631775F52FC3}">
      <dgm:prSet/>
      <dgm:spPr/>
      <dgm:t>
        <a:bodyPr/>
        <a:lstStyle/>
        <a:p>
          <a:endParaRPr lang="en-NZ"/>
        </a:p>
      </dgm:t>
    </dgm:pt>
    <dgm:pt modelId="{26311391-9929-44D0-84B4-59C249904423}">
      <dgm:prSet phldrT="[Text]"/>
      <dgm:spPr/>
      <dgm:t>
        <a:bodyPr/>
        <a:lstStyle/>
        <a:p>
          <a:r>
            <a:rPr lang="en-NZ" dirty="0"/>
            <a:t>Proportionate increase in output is</a:t>
          </a:r>
        </a:p>
      </dgm:t>
    </dgm:pt>
    <dgm:pt modelId="{5FFB4185-34D3-4473-A0CB-845A19F047F0}" type="parTrans" cxnId="{73B535CE-3D94-407F-A439-8C925885FE97}">
      <dgm:prSet/>
      <dgm:spPr/>
      <dgm:t>
        <a:bodyPr/>
        <a:lstStyle/>
        <a:p>
          <a:endParaRPr lang="en-NZ"/>
        </a:p>
      </dgm:t>
    </dgm:pt>
    <dgm:pt modelId="{F25B64D0-2A3C-488E-A198-7DD6EFA31A89}" type="sibTrans" cxnId="{73B535CE-3D94-407F-A439-8C925885FE97}">
      <dgm:prSet/>
      <dgm:spPr/>
      <dgm:t>
        <a:bodyPr/>
        <a:lstStyle/>
        <a:p>
          <a:endParaRPr lang="en-NZ"/>
        </a:p>
      </dgm:t>
    </dgm:pt>
    <dgm:pt modelId="{ABEB7E11-D301-49A2-B024-2B2FF11F6786}">
      <dgm:prSet phldrT="[Text]"/>
      <dgm:spPr/>
      <dgm:t>
        <a:bodyPr/>
        <a:lstStyle/>
        <a:p>
          <a:r>
            <a:rPr lang="en-NZ" b="1" dirty="0"/>
            <a:t>greater</a:t>
          </a:r>
          <a:r>
            <a:rPr lang="en-NZ" dirty="0"/>
            <a:t> than increase in inputs</a:t>
          </a:r>
        </a:p>
      </dgm:t>
    </dgm:pt>
    <dgm:pt modelId="{8F56211B-8D1B-4B52-AE41-233F9F4C90DC}" type="parTrans" cxnId="{F65CD255-E4D4-4367-B108-A2D9E87448F8}">
      <dgm:prSet/>
      <dgm:spPr/>
      <dgm:t>
        <a:bodyPr/>
        <a:lstStyle/>
        <a:p>
          <a:endParaRPr lang="en-NZ"/>
        </a:p>
      </dgm:t>
    </dgm:pt>
    <dgm:pt modelId="{73E2337C-534D-4F13-9EE1-EC0AD7A9D1BF}" type="sibTrans" cxnId="{F65CD255-E4D4-4367-B108-A2D9E87448F8}">
      <dgm:prSet/>
      <dgm:spPr/>
      <dgm:t>
        <a:bodyPr/>
        <a:lstStyle/>
        <a:p>
          <a:endParaRPr lang="en-NZ"/>
        </a:p>
      </dgm:t>
    </dgm:pt>
    <dgm:pt modelId="{A5C93AA3-F8AA-43B4-8AF0-956EAC14D990}">
      <dgm:prSet phldrT="[Text]"/>
      <dgm:spPr/>
      <dgm:t>
        <a:bodyPr/>
        <a:lstStyle/>
        <a:p>
          <a:r>
            <a:rPr lang="en-NZ" dirty="0"/>
            <a:t>Diseconomies of Scale</a:t>
          </a:r>
        </a:p>
      </dgm:t>
    </dgm:pt>
    <dgm:pt modelId="{7C088A42-5BD1-4459-83CB-DD6EAC5299CD}" type="parTrans" cxnId="{571B6C91-D196-4301-8A15-0207635E9B5A}">
      <dgm:prSet/>
      <dgm:spPr/>
      <dgm:t>
        <a:bodyPr/>
        <a:lstStyle/>
        <a:p>
          <a:endParaRPr lang="en-NZ"/>
        </a:p>
      </dgm:t>
    </dgm:pt>
    <dgm:pt modelId="{6720CF89-DF5C-45A7-B416-4516E82AA78C}" type="sibTrans" cxnId="{571B6C91-D196-4301-8A15-0207635E9B5A}">
      <dgm:prSet/>
      <dgm:spPr/>
      <dgm:t>
        <a:bodyPr/>
        <a:lstStyle/>
        <a:p>
          <a:endParaRPr lang="en-NZ"/>
        </a:p>
      </dgm:t>
    </dgm:pt>
    <dgm:pt modelId="{545A7012-FCBE-4655-BDE0-7761D9426BA9}">
      <dgm:prSet phldrT="[Text]"/>
      <dgm:spPr/>
      <dgm:t>
        <a:bodyPr/>
        <a:lstStyle/>
        <a:p>
          <a:r>
            <a:rPr lang="en-NZ" dirty="0"/>
            <a:t>Proportionate increase in output is</a:t>
          </a:r>
        </a:p>
      </dgm:t>
    </dgm:pt>
    <dgm:pt modelId="{77500DF8-1090-437F-9E8A-48BC54F84814}" type="parTrans" cxnId="{FF56AB7F-F3D2-4908-B82A-64F7EE433521}">
      <dgm:prSet/>
      <dgm:spPr/>
      <dgm:t>
        <a:bodyPr/>
        <a:lstStyle/>
        <a:p>
          <a:endParaRPr lang="en-NZ"/>
        </a:p>
      </dgm:t>
    </dgm:pt>
    <dgm:pt modelId="{E3CBFDE6-638F-48E8-8BE4-42883AC69A97}" type="sibTrans" cxnId="{FF56AB7F-F3D2-4908-B82A-64F7EE433521}">
      <dgm:prSet/>
      <dgm:spPr/>
      <dgm:t>
        <a:bodyPr/>
        <a:lstStyle/>
        <a:p>
          <a:endParaRPr lang="en-NZ"/>
        </a:p>
      </dgm:t>
    </dgm:pt>
    <dgm:pt modelId="{AF656207-BD8F-4D8B-9331-1876EC70F002}">
      <dgm:prSet phldrT="[Text]"/>
      <dgm:spPr/>
      <dgm:t>
        <a:bodyPr/>
        <a:lstStyle/>
        <a:p>
          <a:r>
            <a:rPr lang="en-NZ" dirty="0"/>
            <a:t>Constant Returns to Scale</a:t>
          </a:r>
        </a:p>
      </dgm:t>
    </dgm:pt>
    <dgm:pt modelId="{DE90850F-1C75-4DBE-B11E-6778D51A3522}" type="parTrans" cxnId="{2CC22E56-0B27-47BB-8889-18A381455C49}">
      <dgm:prSet/>
      <dgm:spPr/>
      <dgm:t>
        <a:bodyPr/>
        <a:lstStyle/>
        <a:p>
          <a:endParaRPr lang="en-NZ"/>
        </a:p>
      </dgm:t>
    </dgm:pt>
    <dgm:pt modelId="{F6DF4EFC-AAD8-4E99-9B84-8DBB196512D7}" type="sibTrans" cxnId="{2CC22E56-0B27-47BB-8889-18A381455C49}">
      <dgm:prSet/>
      <dgm:spPr/>
      <dgm:t>
        <a:bodyPr/>
        <a:lstStyle/>
        <a:p>
          <a:endParaRPr lang="en-NZ"/>
        </a:p>
      </dgm:t>
    </dgm:pt>
    <dgm:pt modelId="{3C66FDB1-640E-4375-9D48-0DDE5F2D1B6F}">
      <dgm:prSet phldrT="[Text]"/>
      <dgm:spPr/>
      <dgm:t>
        <a:bodyPr/>
        <a:lstStyle/>
        <a:p>
          <a:r>
            <a:rPr lang="en-NZ" dirty="0"/>
            <a:t>Proportionate increase in output is</a:t>
          </a:r>
        </a:p>
      </dgm:t>
    </dgm:pt>
    <dgm:pt modelId="{49A8D7A4-4C2B-4D5B-86D5-F12AC9E1B67E}" type="parTrans" cxnId="{0EDE3949-05F6-4B7F-9C9D-C879FE4CC622}">
      <dgm:prSet/>
      <dgm:spPr/>
      <dgm:t>
        <a:bodyPr/>
        <a:lstStyle/>
        <a:p>
          <a:endParaRPr lang="en-NZ"/>
        </a:p>
      </dgm:t>
    </dgm:pt>
    <dgm:pt modelId="{39E8C0F9-8E3F-45D9-BA44-A8FF38DB5537}" type="sibTrans" cxnId="{0EDE3949-05F6-4B7F-9C9D-C879FE4CC622}">
      <dgm:prSet/>
      <dgm:spPr/>
      <dgm:t>
        <a:bodyPr/>
        <a:lstStyle/>
        <a:p>
          <a:endParaRPr lang="en-NZ"/>
        </a:p>
      </dgm:t>
    </dgm:pt>
    <dgm:pt modelId="{07BDCA2D-2A1C-41F2-A69D-C6C9E92C7509}">
      <dgm:prSet/>
      <dgm:spPr/>
      <dgm:t>
        <a:bodyPr/>
        <a:lstStyle/>
        <a:p>
          <a:r>
            <a:rPr lang="en-NZ" b="1" dirty="0"/>
            <a:t>less</a:t>
          </a:r>
          <a:r>
            <a:rPr lang="en-NZ" dirty="0"/>
            <a:t> than increase in inputs</a:t>
          </a:r>
        </a:p>
      </dgm:t>
    </dgm:pt>
    <dgm:pt modelId="{895D43CD-EB8E-4C8D-9FC0-9B2048ABF999}" type="parTrans" cxnId="{72D97873-3F83-4C28-9ADA-600B7C056D55}">
      <dgm:prSet/>
      <dgm:spPr/>
      <dgm:t>
        <a:bodyPr/>
        <a:lstStyle/>
        <a:p>
          <a:endParaRPr lang="en-NZ"/>
        </a:p>
      </dgm:t>
    </dgm:pt>
    <dgm:pt modelId="{6FD5A232-A5CC-463D-B7D8-7318952AFB54}" type="sibTrans" cxnId="{72D97873-3F83-4C28-9ADA-600B7C056D55}">
      <dgm:prSet/>
      <dgm:spPr/>
      <dgm:t>
        <a:bodyPr/>
        <a:lstStyle/>
        <a:p>
          <a:endParaRPr lang="en-NZ"/>
        </a:p>
      </dgm:t>
    </dgm:pt>
    <dgm:pt modelId="{5B40E999-EA38-4E13-BE85-1584D0E4911C}">
      <dgm:prSet/>
      <dgm:spPr/>
      <dgm:t>
        <a:bodyPr/>
        <a:lstStyle/>
        <a:p>
          <a:r>
            <a:rPr lang="en-NZ" b="1" dirty="0"/>
            <a:t>equal</a:t>
          </a:r>
          <a:r>
            <a:rPr lang="en-NZ" dirty="0"/>
            <a:t> to the increase in inputs</a:t>
          </a:r>
        </a:p>
      </dgm:t>
    </dgm:pt>
    <dgm:pt modelId="{81C1A648-C309-434B-A7D1-7B398304DBD9}" type="parTrans" cxnId="{77F4E6CC-0CB8-4B85-8D36-8CF4E94B91E8}">
      <dgm:prSet/>
      <dgm:spPr/>
      <dgm:t>
        <a:bodyPr/>
        <a:lstStyle/>
        <a:p>
          <a:endParaRPr lang="en-NZ"/>
        </a:p>
      </dgm:t>
    </dgm:pt>
    <dgm:pt modelId="{69A3D6E9-6259-40CB-93B0-C5F233469B1E}" type="sibTrans" cxnId="{77F4E6CC-0CB8-4B85-8D36-8CF4E94B91E8}">
      <dgm:prSet/>
      <dgm:spPr/>
      <dgm:t>
        <a:bodyPr/>
        <a:lstStyle/>
        <a:p>
          <a:endParaRPr lang="en-NZ"/>
        </a:p>
      </dgm:t>
    </dgm:pt>
    <dgm:pt modelId="{E8C2193E-9444-ED48-9FFC-33D3F286F31E}">
      <dgm:prSet phldrT="[Text]"/>
      <dgm:spPr/>
      <dgm:t>
        <a:bodyPr/>
        <a:lstStyle/>
        <a:p>
          <a:r>
            <a:rPr lang="en-NZ" dirty="0"/>
            <a:t>Also Increasing returns to scale</a:t>
          </a:r>
        </a:p>
      </dgm:t>
    </dgm:pt>
    <dgm:pt modelId="{3E16AB72-A590-4C4D-9DE8-64AE763A1720}" type="parTrans" cxnId="{480236E9-0019-7E45-A1C7-BB826C5C4A5B}">
      <dgm:prSet/>
      <dgm:spPr/>
    </dgm:pt>
    <dgm:pt modelId="{1326A0D1-4751-A241-B655-963C3E1742BE}" type="sibTrans" cxnId="{480236E9-0019-7E45-A1C7-BB826C5C4A5B}">
      <dgm:prSet/>
      <dgm:spPr/>
    </dgm:pt>
    <dgm:pt modelId="{C0A0F589-6519-C949-8715-2D53F6B79CF2}">
      <dgm:prSet/>
      <dgm:spPr/>
      <dgm:t>
        <a:bodyPr/>
        <a:lstStyle/>
        <a:p>
          <a:r>
            <a:rPr lang="en-NZ" dirty="0"/>
            <a:t>Also Decreasing returns to scale</a:t>
          </a:r>
        </a:p>
      </dgm:t>
    </dgm:pt>
    <dgm:pt modelId="{BC20A80C-5ACA-C343-B675-2A1B2BFC3681}" type="parTrans" cxnId="{954BC4D6-E28E-A648-85DD-49A02FB44675}">
      <dgm:prSet/>
      <dgm:spPr/>
    </dgm:pt>
    <dgm:pt modelId="{86F4AF27-B659-C345-8E8E-05EC1389670C}" type="sibTrans" cxnId="{954BC4D6-E28E-A648-85DD-49A02FB44675}">
      <dgm:prSet/>
      <dgm:spPr/>
    </dgm:pt>
    <dgm:pt modelId="{A7168DD3-0A7D-47F8-9576-E80AB98124BF}" type="pres">
      <dgm:prSet presAssocID="{112293DD-51E1-45A1-9E44-EA3EB11826D5}" presName="Name0" presStyleCnt="0">
        <dgm:presLayoutVars>
          <dgm:dir/>
          <dgm:animLvl val="lvl"/>
          <dgm:resizeHandles val="exact"/>
        </dgm:presLayoutVars>
      </dgm:prSet>
      <dgm:spPr/>
    </dgm:pt>
    <dgm:pt modelId="{DEC1ABE0-ABB6-43B3-AB4C-326DCDCAD008}" type="pres">
      <dgm:prSet presAssocID="{E863FD43-C3B3-4D5B-8F42-D7255126B901}" presName="composite" presStyleCnt="0"/>
      <dgm:spPr/>
    </dgm:pt>
    <dgm:pt modelId="{DCF9AC27-D834-4F7F-A5F0-37F41E180908}" type="pres">
      <dgm:prSet presAssocID="{E863FD43-C3B3-4D5B-8F42-D7255126B901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7683BAED-A5B5-46D6-BF70-C94C1ED7C6F9}" type="pres">
      <dgm:prSet presAssocID="{E863FD43-C3B3-4D5B-8F42-D7255126B901}" presName="desTx" presStyleLbl="alignAccFollowNode1" presStyleIdx="0" presStyleCnt="3">
        <dgm:presLayoutVars>
          <dgm:bulletEnabled val="1"/>
        </dgm:presLayoutVars>
      </dgm:prSet>
      <dgm:spPr/>
    </dgm:pt>
    <dgm:pt modelId="{4CCB4C66-CB8C-492F-B32E-896CADE333F9}" type="pres">
      <dgm:prSet presAssocID="{FD52F041-BB7D-4004-905A-F60A64334086}" presName="space" presStyleCnt="0"/>
      <dgm:spPr/>
    </dgm:pt>
    <dgm:pt modelId="{39F8D55B-B79D-4C11-9857-C3D382193D1E}" type="pres">
      <dgm:prSet presAssocID="{A5C93AA3-F8AA-43B4-8AF0-956EAC14D990}" presName="composite" presStyleCnt="0"/>
      <dgm:spPr/>
    </dgm:pt>
    <dgm:pt modelId="{92F316CF-DEC5-4BB6-A3C3-7679D90FA73E}" type="pres">
      <dgm:prSet presAssocID="{A5C93AA3-F8AA-43B4-8AF0-956EAC14D990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A25EBE9E-A6CB-4405-B4E4-B766D8E8355E}" type="pres">
      <dgm:prSet presAssocID="{A5C93AA3-F8AA-43B4-8AF0-956EAC14D990}" presName="desTx" presStyleLbl="alignAccFollowNode1" presStyleIdx="1" presStyleCnt="3">
        <dgm:presLayoutVars>
          <dgm:bulletEnabled val="1"/>
        </dgm:presLayoutVars>
      </dgm:prSet>
      <dgm:spPr/>
    </dgm:pt>
    <dgm:pt modelId="{30A10572-E262-4B24-8588-5A319CC345B7}" type="pres">
      <dgm:prSet presAssocID="{6720CF89-DF5C-45A7-B416-4516E82AA78C}" presName="space" presStyleCnt="0"/>
      <dgm:spPr/>
    </dgm:pt>
    <dgm:pt modelId="{9F8D51BB-9DB7-4CD9-8E04-E9D8A3173B5A}" type="pres">
      <dgm:prSet presAssocID="{AF656207-BD8F-4D8B-9331-1876EC70F002}" presName="composite" presStyleCnt="0"/>
      <dgm:spPr/>
    </dgm:pt>
    <dgm:pt modelId="{6868BE6B-9ADF-4135-8077-3ACBE430C93D}" type="pres">
      <dgm:prSet presAssocID="{AF656207-BD8F-4D8B-9331-1876EC70F002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E2B831D9-2981-4393-B6D4-D984F52AAFA1}" type="pres">
      <dgm:prSet presAssocID="{AF656207-BD8F-4D8B-9331-1876EC70F002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2CB5824-03AB-47DD-B9B0-C9947C3D64A7}" type="presOf" srcId="{ABEB7E11-D301-49A2-B024-2B2FF11F6786}" destId="{7683BAED-A5B5-46D6-BF70-C94C1ED7C6F9}" srcOrd="0" destOrd="1" presId="urn:microsoft.com/office/officeart/2005/8/layout/hList1"/>
    <dgm:cxn modelId="{221A8B2F-210C-46C2-B44E-773C452E3925}" type="presOf" srcId="{07BDCA2D-2A1C-41F2-A69D-C6C9E92C7509}" destId="{A25EBE9E-A6CB-4405-B4E4-B766D8E8355E}" srcOrd="0" destOrd="1" presId="urn:microsoft.com/office/officeart/2005/8/layout/hList1"/>
    <dgm:cxn modelId="{379A5F38-894D-C947-90BE-35B9501CF84E}" type="presOf" srcId="{C0A0F589-6519-C949-8715-2D53F6B79CF2}" destId="{A25EBE9E-A6CB-4405-B4E4-B766D8E8355E}" srcOrd="0" destOrd="2" presId="urn:microsoft.com/office/officeart/2005/8/layout/hList1"/>
    <dgm:cxn modelId="{0EDE3949-05F6-4B7F-9C9D-C879FE4CC622}" srcId="{AF656207-BD8F-4D8B-9331-1876EC70F002}" destId="{3C66FDB1-640E-4375-9D48-0DDE5F2D1B6F}" srcOrd="0" destOrd="0" parTransId="{49A8D7A4-4C2B-4D5B-86D5-F12AC9E1B67E}" sibTransId="{39E8C0F9-8E3F-45D9-BA44-A8FF38DB5537}"/>
    <dgm:cxn modelId="{36A43F4F-FA4E-4E5B-8558-30CD4C277D5A}" type="presOf" srcId="{112293DD-51E1-45A1-9E44-EA3EB11826D5}" destId="{A7168DD3-0A7D-47F8-9576-E80AB98124BF}" srcOrd="0" destOrd="0" presId="urn:microsoft.com/office/officeart/2005/8/layout/hList1"/>
    <dgm:cxn modelId="{F65CD255-E4D4-4367-B108-A2D9E87448F8}" srcId="{E863FD43-C3B3-4D5B-8F42-D7255126B901}" destId="{ABEB7E11-D301-49A2-B024-2B2FF11F6786}" srcOrd="1" destOrd="0" parTransId="{8F56211B-8D1B-4B52-AE41-233F9F4C90DC}" sibTransId="{73E2337C-534D-4F13-9EE1-EC0AD7A9D1BF}"/>
    <dgm:cxn modelId="{2CC22E56-0B27-47BB-8889-18A381455C49}" srcId="{112293DD-51E1-45A1-9E44-EA3EB11826D5}" destId="{AF656207-BD8F-4D8B-9331-1876EC70F002}" srcOrd="2" destOrd="0" parTransId="{DE90850F-1C75-4DBE-B11E-6778D51A3522}" sibTransId="{F6DF4EFC-AAD8-4E99-9B84-8DBB196512D7}"/>
    <dgm:cxn modelId="{7BA5C760-E3AA-4A45-8A21-770F638D6C67}" type="presOf" srcId="{26311391-9929-44D0-84B4-59C249904423}" destId="{7683BAED-A5B5-46D6-BF70-C94C1ED7C6F9}" srcOrd="0" destOrd="0" presId="urn:microsoft.com/office/officeart/2005/8/layout/hList1"/>
    <dgm:cxn modelId="{5F598B68-9B52-4F2B-8481-A7D320CA5A9D}" type="presOf" srcId="{3C66FDB1-640E-4375-9D48-0DDE5F2D1B6F}" destId="{E2B831D9-2981-4393-B6D4-D984F52AAFA1}" srcOrd="0" destOrd="0" presId="urn:microsoft.com/office/officeart/2005/8/layout/hList1"/>
    <dgm:cxn modelId="{72D97873-3F83-4C28-9ADA-600B7C056D55}" srcId="{A5C93AA3-F8AA-43B4-8AF0-956EAC14D990}" destId="{07BDCA2D-2A1C-41F2-A69D-C6C9E92C7509}" srcOrd="1" destOrd="0" parTransId="{895D43CD-EB8E-4C8D-9FC0-9B2048ABF999}" sibTransId="{6FD5A232-A5CC-463D-B7D8-7318952AFB54}"/>
    <dgm:cxn modelId="{FF56AB7F-F3D2-4908-B82A-64F7EE433521}" srcId="{A5C93AA3-F8AA-43B4-8AF0-956EAC14D990}" destId="{545A7012-FCBE-4655-BDE0-7761D9426BA9}" srcOrd="0" destOrd="0" parTransId="{77500DF8-1090-437F-9E8A-48BC54F84814}" sibTransId="{E3CBFDE6-638F-48E8-8BE4-42883AC69A97}"/>
    <dgm:cxn modelId="{571B6C91-D196-4301-8A15-0207635E9B5A}" srcId="{112293DD-51E1-45A1-9E44-EA3EB11826D5}" destId="{A5C93AA3-F8AA-43B4-8AF0-956EAC14D990}" srcOrd="1" destOrd="0" parTransId="{7C088A42-5BD1-4459-83CB-DD6EAC5299CD}" sibTransId="{6720CF89-DF5C-45A7-B416-4516E82AA78C}"/>
    <dgm:cxn modelId="{FE80A79E-8473-4D32-9F1D-D4D4467EE34C}" type="presOf" srcId="{5B40E999-EA38-4E13-BE85-1584D0E4911C}" destId="{E2B831D9-2981-4393-B6D4-D984F52AAFA1}" srcOrd="0" destOrd="1" presId="urn:microsoft.com/office/officeart/2005/8/layout/hList1"/>
    <dgm:cxn modelId="{846E66A6-BB2A-494C-917D-D39F6B1BC71A}" type="presOf" srcId="{E863FD43-C3B3-4D5B-8F42-D7255126B901}" destId="{DCF9AC27-D834-4F7F-A5F0-37F41E180908}" srcOrd="0" destOrd="0" presId="urn:microsoft.com/office/officeart/2005/8/layout/hList1"/>
    <dgm:cxn modelId="{389F81BA-4AB1-BA4E-9920-0A006286AD9C}" type="presOf" srcId="{E8C2193E-9444-ED48-9FFC-33D3F286F31E}" destId="{7683BAED-A5B5-46D6-BF70-C94C1ED7C6F9}" srcOrd="0" destOrd="2" presId="urn:microsoft.com/office/officeart/2005/8/layout/hList1"/>
    <dgm:cxn modelId="{76B27FBD-D0D9-4DDA-8590-631775F52FC3}" srcId="{112293DD-51E1-45A1-9E44-EA3EB11826D5}" destId="{E863FD43-C3B3-4D5B-8F42-D7255126B901}" srcOrd="0" destOrd="0" parTransId="{E6509700-A194-4B4F-834E-7C494367BEF8}" sibTransId="{FD52F041-BB7D-4004-905A-F60A64334086}"/>
    <dgm:cxn modelId="{77F4E6CC-0CB8-4B85-8D36-8CF4E94B91E8}" srcId="{AF656207-BD8F-4D8B-9331-1876EC70F002}" destId="{5B40E999-EA38-4E13-BE85-1584D0E4911C}" srcOrd="1" destOrd="0" parTransId="{81C1A648-C309-434B-A7D1-7B398304DBD9}" sibTransId="{69A3D6E9-6259-40CB-93B0-C5F233469B1E}"/>
    <dgm:cxn modelId="{73B535CE-3D94-407F-A439-8C925885FE97}" srcId="{E863FD43-C3B3-4D5B-8F42-D7255126B901}" destId="{26311391-9929-44D0-84B4-59C249904423}" srcOrd="0" destOrd="0" parTransId="{5FFB4185-34D3-4473-A0CB-845A19F047F0}" sibTransId="{F25B64D0-2A3C-488E-A198-7DD6EFA31A89}"/>
    <dgm:cxn modelId="{EC203FD1-1238-407B-BB95-2D092D83C93B}" type="presOf" srcId="{AF656207-BD8F-4D8B-9331-1876EC70F002}" destId="{6868BE6B-9ADF-4135-8077-3ACBE430C93D}" srcOrd="0" destOrd="0" presId="urn:microsoft.com/office/officeart/2005/8/layout/hList1"/>
    <dgm:cxn modelId="{954BC4D6-E28E-A648-85DD-49A02FB44675}" srcId="{A5C93AA3-F8AA-43B4-8AF0-956EAC14D990}" destId="{C0A0F589-6519-C949-8715-2D53F6B79CF2}" srcOrd="2" destOrd="0" parTransId="{BC20A80C-5ACA-C343-B675-2A1B2BFC3681}" sibTransId="{86F4AF27-B659-C345-8E8E-05EC1389670C}"/>
    <dgm:cxn modelId="{D82FE0E1-A68F-40F4-A5CC-8A8FC6290C71}" type="presOf" srcId="{545A7012-FCBE-4655-BDE0-7761D9426BA9}" destId="{A25EBE9E-A6CB-4405-B4E4-B766D8E8355E}" srcOrd="0" destOrd="0" presId="urn:microsoft.com/office/officeart/2005/8/layout/hList1"/>
    <dgm:cxn modelId="{0C449CE6-2419-4F33-A205-8070D4B552F6}" type="presOf" srcId="{A5C93AA3-F8AA-43B4-8AF0-956EAC14D990}" destId="{92F316CF-DEC5-4BB6-A3C3-7679D90FA73E}" srcOrd="0" destOrd="0" presId="urn:microsoft.com/office/officeart/2005/8/layout/hList1"/>
    <dgm:cxn modelId="{480236E9-0019-7E45-A1C7-BB826C5C4A5B}" srcId="{E863FD43-C3B3-4D5B-8F42-D7255126B901}" destId="{E8C2193E-9444-ED48-9FFC-33D3F286F31E}" srcOrd="2" destOrd="0" parTransId="{3E16AB72-A590-4C4D-9DE8-64AE763A1720}" sibTransId="{1326A0D1-4751-A241-B655-963C3E1742BE}"/>
    <dgm:cxn modelId="{5AADCC4F-A0A9-4862-894F-0179957DD464}" type="presParOf" srcId="{A7168DD3-0A7D-47F8-9576-E80AB98124BF}" destId="{DEC1ABE0-ABB6-43B3-AB4C-326DCDCAD008}" srcOrd="0" destOrd="0" presId="urn:microsoft.com/office/officeart/2005/8/layout/hList1"/>
    <dgm:cxn modelId="{419CDD5A-A291-471D-848E-54401484865D}" type="presParOf" srcId="{DEC1ABE0-ABB6-43B3-AB4C-326DCDCAD008}" destId="{DCF9AC27-D834-4F7F-A5F0-37F41E180908}" srcOrd="0" destOrd="0" presId="urn:microsoft.com/office/officeart/2005/8/layout/hList1"/>
    <dgm:cxn modelId="{EA2AFBAA-67AD-43BC-83BF-69020B8C66B2}" type="presParOf" srcId="{DEC1ABE0-ABB6-43B3-AB4C-326DCDCAD008}" destId="{7683BAED-A5B5-46D6-BF70-C94C1ED7C6F9}" srcOrd="1" destOrd="0" presId="urn:microsoft.com/office/officeart/2005/8/layout/hList1"/>
    <dgm:cxn modelId="{9F10946E-47C8-4E8C-8E70-8AA3727B414B}" type="presParOf" srcId="{A7168DD3-0A7D-47F8-9576-E80AB98124BF}" destId="{4CCB4C66-CB8C-492F-B32E-896CADE333F9}" srcOrd="1" destOrd="0" presId="urn:microsoft.com/office/officeart/2005/8/layout/hList1"/>
    <dgm:cxn modelId="{CE236452-8892-49C3-93A4-F4D916FF7C4B}" type="presParOf" srcId="{A7168DD3-0A7D-47F8-9576-E80AB98124BF}" destId="{39F8D55B-B79D-4C11-9857-C3D382193D1E}" srcOrd="2" destOrd="0" presId="urn:microsoft.com/office/officeart/2005/8/layout/hList1"/>
    <dgm:cxn modelId="{E63CD2A0-4A06-4E08-864D-2E895E84BA79}" type="presParOf" srcId="{39F8D55B-B79D-4C11-9857-C3D382193D1E}" destId="{92F316CF-DEC5-4BB6-A3C3-7679D90FA73E}" srcOrd="0" destOrd="0" presId="urn:microsoft.com/office/officeart/2005/8/layout/hList1"/>
    <dgm:cxn modelId="{1F2F1A3A-54AD-488F-A47A-A1C77A6B3FF4}" type="presParOf" srcId="{39F8D55B-B79D-4C11-9857-C3D382193D1E}" destId="{A25EBE9E-A6CB-4405-B4E4-B766D8E8355E}" srcOrd="1" destOrd="0" presId="urn:microsoft.com/office/officeart/2005/8/layout/hList1"/>
    <dgm:cxn modelId="{AB604BA2-334D-45EB-9313-C49703428A21}" type="presParOf" srcId="{A7168DD3-0A7D-47F8-9576-E80AB98124BF}" destId="{30A10572-E262-4B24-8588-5A319CC345B7}" srcOrd="3" destOrd="0" presId="urn:microsoft.com/office/officeart/2005/8/layout/hList1"/>
    <dgm:cxn modelId="{88CD00FD-EB82-47E4-9148-C00CEFE23FEE}" type="presParOf" srcId="{A7168DD3-0A7D-47F8-9576-E80AB98124BF}" destId="{9F8D51BB-9DB7-4CD9-8E04-E9D8A3173B5A}" srcOrd="4" destOrd="0" presId="urn:microsoft.com/office/officeart/2005/8/layout/hList1"/>
    <dgm:cxn modelId="{48A52D7E-EBAC-4418-B98E-4DF5D2467D2C}" type="presParOf" srcId="{9F8D51BB-9DB7-4CD9-8E04-E9D8A3173B5A}" destId="{6868BE6B-9ADF-4135-8077-3ACBE430C93D}" srcOrd="0" destOrd="0" presId="urn:microsoft.com/office/officeart/2005/8/layout/hList1"/>
    <dgm:cxn modelId="{D5C30113-3802-4AAC-AB5E-C6E00C1926D6}" type="presParOf" srcId="{9F8D51BB-9DB7-4CD9-8E04-E9D8A3173B5A}" destId="{E2B831D9-2981-4393-B6D4-D984F52AAFA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CD74325D-4608-42D3-858B-A6FCA3B38DC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NZ"/>
        </a:p>
      </dgm:t>
    </dgm:pt>
    <dgm:pt modelId="{DFF8658C-B2D7-44D6-B038-C36244CCAEFF}">
      <dgm:prSet/>
      <dgm:spPr/>
      <dgm:t>
        <a:bodyPr/>
        <a:lstStyle/>
        <a:p>
          <a:r>
            <a:rPr lang="en-NZ"/>
            <a:t>Diseconomies- coordination and management problems with large firms.</a:t>
          </a:r>
        </a:p>
      </dgm:t>
    </dgm:pt>
    <dgm:pt modelId="{50C02771-EDB3-428F-B314-6508EE273CCC}" type="parTrans" cxnId="{BA7A913E-4C8A-47F4-A5AE-F0A2DCB1FBD1}">
      <dgm:prSet/>
      <dgm:spPr/>
      <dgm:t>
        <a:bodyPr/>
        <a:lstStyle/>
        <a:p>
          <a:endParaRPr lang="en-NZ"/>
        </a:p>
      </dgm:t>
    </dgm:pt>
    <dgm:pt modelId="{91C47B03-2523-49B9-9BBD-DE3C90328424}" type="sibTrans" cxnId="{BA7A913E-4C8A-47F4-A5AE-F0A2DCB1FBD1}">
      <dgm:prSet/>
      <dgm:spPr/>
      <dgm:t>
        <a:bodyPr/>
        <a:lstStyle/>
        <a:p>
          <a:endParaRPr lang="en-NZ"/>
        </a:p>
      </dgm:t>
    </dgm:pt>
    <dgm:pt modelId="{35A24B09-F8F8-445E-A4CA-46597230A9B3}">
      <dgm:prSet/>
      <dgm:spPr/>
      <dgm:t>
        <a:bodyPr/>
        <a:lstStyle/>
        <a:p>
          <a:r>
            <a:rPr lang="en-NZ"/>
            <a:t>Economies- Demand Advantages</a:t>
          </a:r>
        </a:p>
      </dgm:t>
    </dgm:pt>
    <dgm:pt modelId="{2D14D671-5CDD-40FB-A1C4-DFE77DBD30ED}" type="parTrans" cxnId="{97212F86-ACC5-4A22-B17B-B0CCB24049C4}">
      <dgm:prSet/>
      <dgm:spPr/>
      <dgm:t>
        <a:bodyPr/>
        <a:lstStyle/>
        <a:p>
          <a:endParaRPr lang="en-NZ"/>
        </a:p>
      </dgm:t>
    </dgm:pt>
    <dgm:pt modelId="{7E5C8D43-CE9F-4748-A978-120041CE0D73}" type="sibTrans" cxnId="{97212F86-ACC5-4A22-B17B-B0CCB24049C4}">
      <dgm:prSet/>
      <dgm:spPr/>
      <dgm:t>
        <a:bodyPr/>
        <a:lstStyle/>
        <a:p>
          <a:endParaRPr lang="en-NZ"/>
        </a:p>
      </dgm:t>
    </dgm:pt>
    <dgm:pt modelId="{6579795B-DB30-4A00-A685-9E04A7F47FD8}">
      <dgm:prSet/>
      <dgm:spPr/>
      <dgm:t>
        <a:bodyPr/>
        <a:lstStyle/>
        <a:p>
          <a:r>
            <a:rPr lang="en-NZ"/>
            <a:t>Network economies of scale</a:t>
          </a:r>
        </a:p>
      </dgm:t>
    </dgm:pt>
    <dgm:pt modelId="{F82B1DD9-CF9F-4507-866E-14DDF7B511E0}" type="parTrans" cxnId="{7EE2229E-82BA-4702-90B1-D88CE9201EAC}">
      <dgm:prSet/>
      <dgm:spPr/>
      <dgm:t>
        <a:bodyPr/>
        <a:lstStyle/>
        <a:p>
          <a:endParaRPr lang="en-NZ"/>
        </a:p>
      </dgm:t>
    </dgm:pt>
    <dgm:pt modelId="{41902E2E-6995-4C7A-B628-0ED6739A508E}" type="sibTrans" cxnId="{7EE2229E-82BA-4702-90B1-D88CE9201EAC}">
      <dgm:prSet/>
      <dgm:spPr/>
      <dgm:t>
        <a:bodyPr/>
        <a:lstStyle/>
        <a:p>
          <a:endParaRPr lang="en-NZ"/>
        </a:p>
      </dgm:t>
    </dgm:pt>
    <dgm:pt modelId="{1435CE2A-C434-4BEC-8D1D-D6597380ABF6}">
      <dgm:prSet/>
      <dgm:spPr/>
      <dgm:t>
        <a:bodyPr/>
        <a:lstStyle/>
        <a:p>
          <a:r>
            <a:rPr lang="en-NZ"/>
            <a:t>E.g. standardised software, bicycle wheels</a:t>
          </a:r>
        </a:p>
      </dgm:t>
    </dgm:pt>
    <dgm:pt modelId="{B86FD5B4-0101-43F9-B698-EFDD87249ABA}" type="parTrans" cxnId="{0AA2D801-FC7F-42DA-9F03-3CB428210B8D}">
      <dgm:prSet/>
      <dgm:spPr/>
      <dgm:t>
        <a:bodyPr/>
        <a:lstStyle/>
        <a:p>
          <a:endParaRPr lang="en-NZ"/>
        </a:p>
      </dgm:t>
    </dgm:pt>
    <dgm:pt modelId="{4281AB44-2042-4627-9776-8F886992739E}" type="sibTrans" cxnId="{0AA2D801-FC7F-42DA-9F03-3CB428210B8D}">
      <dgm:prSet/>
      <dgm:spPr/>
      <dgm:t>
        <a:bodyPr/>
        <a:lstStyle/>
        <a:p>
          <a:endParaRPr lang="en-NZ"/>
        </a:p>
      </dgm:t>
    </dgm:pt>
    <dgm:pt modelId="{583C0E70-8651-4C35-AC5A-21E39AC9CAAE}" type="pres">
      <dgm:prSet presAssocID="{CD74325D-4608-42D3-858B-A6FCA3B38DC1}" presName="Name0" presStyleCnt="0">
        <dgm:presLayoutVars>
          <dgm:dir/>
          <dgm:resizeHandles val="exact"/>
        </dgm:presLayoutVars>
      </dgm:prSet>
      <dgm:spPr/>
    </dgm:pt>
    <dgm:pt modelId="{D576881E-08A6-450A-BB02-C8A9CADB8BD7}" type="pres">
      <dgm:prSet presAssocID="{DFF8658C-B2D7-44D6-B038-C36244CCAEFF}" presName="node" presStyleLbl="node1" presStyleIdx="0" presStyleCnt="2">
        <dgm:presLayoutVars>
          <dgm:bulletEnabled val="1"/>
        </dgm:presLayoutVars>
      </dgm:prSet>
      <dgm:spPr/>
    </dgm:pt>
    <dgm:pt modelId="{7FB5A34E-5072-4B1A-AC45-F63F692F8751}" type="pres">
      <dgm:prSet presAssocID="{91C47B03-2523-49B9-9BBD-DE3C90328424}" presName="sibTrans" presStyleLbl="sibTrans2D1" presStyleIdx="0" presStyleCnt="1"/>
      <dgm:spPr/>
    </dgm:pt>
    <dgm:pt modelId="{2D2812FA-E025-4E76-B612-20C1AC92CCEA}" type="pres">
      <dgm:prSet presAssocID="{91C47B03-2523-49B9-9BBD-DE3C90328424}" presName="connectorText" presStyleLbl="sibTrans2D1" presStyleIdx="0" presStyleCnt="1"/>
      <dgm:spPr/>
    </dgm:pt>
    <dgm:pt modelId="{7005B60D-161E-4B8D-AE8F-BAF1701A3E78}" type="pres">
      <dgm:prSet presAssocID="{35A24B09-F8F8-445E-A4CA-46597230A9B3}" presName="node" presStyleLbl="node1" presStyleIdx="1" presStyleCnt="2">
        <dgm:presLayoutVars>
          <dgm:bulletEnabled val="1"/>
        </dgm:presLayoutVars>
      </dgm:prSet>
      <dgm:spPr/>
    </dgm:pt>
  </dgm:ptLst>
  <dgm:cxnLst>
    <dgm:cxn modelId="{0AA2D801-FC7F-42DA-9F03-3CB428210B8D}" srcId="{35A24B09-F8F8-445E-A4CA-46597230A9B3}" destId="{1435CE2A-C434-4BEC-8D1D-D6597380ABF6}" srcOrd="1" destOrd="0" parTransId="{B86FD5B4-0101-43F9-B698-EFDD87249ABA}" sibTransId="{4281AB44-2042-4627-9776-8F886992739E}"/>
    <dgm:cxn modelId="{46B50F08-51E3-4AA0-A4E9-08480D3FF711}" type="presOf" srcId="{1435CE2A-C434-4BEC-8D1D-D6597380ABF6}" destId="{7005B60D-161E-4B8D-AE8F-BAF1701A3E78}" srcOrd="0" destOrd="2" presId="urn:microsoft.com/office/officeart/2005/8/layout/process1"/>
    <dgm:cxn modelId="{7F9ED617-D290-48AC-96B3-B8C556DD6692}" type="presOf" srcId="{6579795B-DB30-4A00-A685-9E04A7F47FD8}" destId="{7005B60D-161E-4B8D-AE8F-BAF1701A3E78}" srcOrd="0" destOrd="1" presId="urn:microsoft.com/office/officeart/2005/8/layout/process1"/>
    <dgm:cxn modelId="{27CFD93B-45D0-46C1-9C5B-8D08073CA5E0}" type="presOf" srcId="{91C47B03-2523-49B9-9BBD-DE3C90328424}" destId="{2D2812FA-E025-4E76-B612-20C1AC92CCEA}" srcOrd="1" destOrd="0" presId="urn:microsoft.com/office/officeart/2005/8/layout/process1"/>
    <dgm:cxn modelId="{BA7A913E-4C8A-47F4-A5AE-F0A2DCB1FBD1}" srcId="{CD74325D-4608-42D3-858B-A6FCA3B38DC1}" destId="{DFF8658C-B2D7-44D6-B038-C36244CCAEFF}" srcOrd="0" destOrd="0" parTransId="{50C02771-EDB3-428F-B314-6508EE273CCC}" sibTransId="{91C47B03-2523-49B9-9BBD-DE3C90328424}"/>
    <dgm:cxn modelId="{4538AD6B-77E0-4E22-9E2B-898A88A23C7B}" type="presOf" srcId="{CD74325D-4608-42D3-858B-A6FCA3B38DC1}" destId="{583C0E70-8651-4C35-AC5A-21E39AC9CAAE}" srcOrd="0" destOrd="0" presId="urn:microsoft.com/office/officeart/2005/8/layout/process1"/>
    <dgm:cxn modelId="{97212F86-ACC5-4A22-B17B-B0CCB24049C4}" srcId="{CD74325D-4608-42D3-858B-A6FCA3B38DC1}" destId="{35A24B09-F8F8-445E-A4CA-46597230A9B3}" srcOrd="1" destOrd="0" parTransId="{2D14D671-5CDD-40FB-A1C4-DFE77DBD30ED}" sibTransId="{7E5C8D43-CE9F-4748-A978-120041CE0D73}"/>
    <dgm:cxn modelId="{7EE2229E-82BA-4702-90B1-D88CE9201EAC}" srcId="{35A24B09-F8F8-445E-A4CA-46597230A9B3}" destId="{6579795B-DB30-4A00-A685-9E04A7F47FD8}" srcOrd="0" destOrd="0" parTransId="{F82B1DD9-CF9F-4507-866E-14DDF7B511E0}" sibTransId="{41902E2E-6995-4C7A-B628-0ED6739A508E}"/>
    <dgm:cxn modelId="{F904E2CD-7256-4808-8B69-02FEF97D81A6}" type="presOf" srcId="{91C47B03-2523-49B9-9BBD-DE3C90328424}" destId="{7FB5A34E-5072-4B1A-AC45-F63F692F8751}" srcOrd="0" destOrd="0" presId="urn:microsoft.com/office/officeart/2005/8/layout/process1"/>
    <dgm:cxn modelId="{5FDCF5D3-F019-40CA-8EB5-4C165234DEEF}" type="presOf" srcId="{35A24B09-F8F8-445E-A4CA-46597230A9B3}" destId="{7005B60D-161E-4B8D-AE8F-BAF1701A3E78}" srcOrd="0" destOrd="0" presId="urn:microsoft.com/office/officeart/2005/8/layout/process1"/>
    <dgm:cxn modelId="{B09937DE-B0EB-4FF6-9643-54A4DE31CA3C}" type="presOf" srcId="{DFF8658C-B2D7-44D6-B038-C36244CCAEFF}" destId="{D576881E-08A6-450A-BB02-C8A9CADB8BD7}" srcOrd="0" destOrd="0" presId="urn:microsoft.com/office/officeart/2005/8/layout/process1"/>
    <dgm:cxn modelId="{4CF5373F-954D-4D31-BDD3-EDBB89C71048}" type="presParOf" srcId="{583C0E70-8651-4C35-AC5A-21E39AC9CAAE}" destId="{D576881E-08A6-450A-BB02-C8A9CADB8BD7}" srcOrd="0" destOrd="0" presId="urn:microsoft.com/office/officeart/2005/8/layout/process1"/>
    <dgm:cxn modelId="{A0A289AD-5B0F-440A-9FEC-F0700CE35D54}" type="presParOf" srcId="{583C0E70-8651-4C35-AC5A-21E39AC9CAAE}" destId="{7FB5A34E-5072-4B1A-AC45-F63F692F8751}" srcOrd="1" destOrd="0" presId="urn:microsoft.com/office/officeart/2005/8/layout/process1"/>
    <dgm:cxn modelId="{CDB6D967-ABB7-415F-AA34-898DDF9CEB6E}" type="presParOf" srcId="{7FB5A34E-5072-4B1A-AC45-F63F692F8751}" destId="{2D2812FA-E025-4E76-B612-20C1AC92CCEA}" srcOrd="0" destOrd="0" presId="urn:microsoft.com/office/officeart/2005/8/layout/process1"/>
    <dgm:cxn modelId="{8CD31DE1-A122-4C37-8BE3-287F86107DC8}" type="presParOf" srcId="{583C0E70-8651-4C35-AC5A-21E39AC9CAAE}" destId="{7005B60D-161E-4B8D-AE8F-BAF1701A3E78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DF389A1B-1B83-43DA-8F65-AF101758D86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Z"/>
        </a:p>
      </dgm:t>
    </dgm:pt>
    <dgm:pt modelId="{6F4C7219-75C5-4694-B245-5B17A65F5ED8}">
      <dgm:prSet/>
      <dgm:spPr/>
      <dgm:t>
        <a:bodyPr/>
        <a:lstStyle/>
        <a:p>
          <a:r>
            <a:rPr lang="en-NZ" dirty="0"/>
            <a:t>Costs include all the opportunity costs of the inputs.</a:t>
          </a:r>
        </a:p>
      </dgm:t>
    </dgm:pt>
    <dgm:pt modelId="{FA833D74-3B35-4ADE-8943-A0E93423B848}" type="parTrans" cxnId="{A106FC2C-EED8-4B92-8A31-356260A42C02}">
      <dgm:prSet/>
      <dgm:spPr/>
      <dgm:t>
        <a:bodyPr/>
        <a:lstStyle/>
        <a:p>
          <a:endParaRPr lang="en-NZ"/>
        </a:p>
      </dgm:t>
    </dgm:pt>
    <dgm:pt modelId="{AEFE7142-39DC-45DE-B60E-70D0E915B0B6}" type="sibTrans" cxnId="{A106FC2C-EED8-4B92-8A31-356260A42C02}">
      <dgm:prSet/>
      <dgm:spPr/>
      <dgm:t>
        <a:bodyPr/>
        <a:lstStyle/>
        <a:p>
          <a:endParaRPr lang="en-NZ"/>
        </a:p>
      </dgm:t>
    </dgm:pt>
    <dgm:pt modelId="{1EE6409A-C203-4502-B261-80EC89D8E968}">
      <dgm:prSet/>
      <dgm:spPr/>
      <dgm:t>
        <a:bodyPr/>
        <a:lstStyle/>
        <a:p>
          <a:r>
            <a:rPr lang="en-NZ" dirty="0"/>
            <a:t>This includes the firm’s owners.</a:t>
          </a:r>
        </a:p>
      </dgm:t>
    </dgm:pt>
    <dgm:pt modelId="{4C30F5AC-4B19-46A2-8032-198738299C54}" type="parTrans" cxnId="{14E22386-B77A-4030-A17C-518C6ECE02B7}">
      <dgm:prSet/>
      <dgm:spPr/>
      <dgm:t>
        <a:bodyPr/>
        <a:lstStyle/>
        <a:p>
          <a:endParaRPr lang="en-NZ"/>
        </a:p>
      </dgm:t>
    </dgm:pt>
    <dgm:pt modelId="{EE3303DC-6752-4ED9-AD37-F78ADCAACA58}" type="sibTrans" cxnId="{14E22386-B77A-4030-A17C-518C6ECE02B7}">
      <dgm:prSet/>
      <dgm:spPr/>
      <dgm:t>
        <a:bodyPr/>
        <a:lstStyle/>
        <a:p>
          <a:endParaRPr lang="en-NZ"/>
        </a:p>
      </dgm:t>
    </dgm:pt>
    <dgm:pt modelId="{1C30E525-DA8D-4A32-B47F-9AB2F5E6DF9B}">
      <dgm:prSet/>
      <dgm:spPr/>
      <dgm:t>
        <a:bodyPr/>
        <a:lstStyle/>
        <a:p>
          <a:r>
            <a:rPr lang="en-NZ" dirty="0"/>
            <a:t>E.g. Some dairy farms in Northland have been converted to avocados. Land has an opportunity cost. Dairying did not earn enough for the firm’s owners to continue.</a:t>
          </a:r>
        </a:p>
      </dgm:t>
    </dgm:pt>
    <dgm:pt modelId="{F15CD523-1266-4D7A-8479-7B0572B8481E}" type="parTrans" cxnId="{EC3C1BB3-7CA1-4ACE-B692-7FF49C6DBFE2}">
      <dgm:prSet/>
      <dgm:spPr/>
      <dgm:t>
        <a:bodyPr/>
        <a:lstStyle/>
        <a:p>
          <a:endParaRPr lang="en-NZ"/>
        </a:p>
      </dgm:t>
    </dgm:pt>
    <dgm:pt modelId="{3249635D-B2F6-434D-9C70-28C30F5FF25B}" type="sibTrans" cxnId="{EC3C1BB3-7CA1-4ACE-B692-7FF49C6DBFE2}">
      <dgm:prSet/>
      <dgm:spPr/>
      <dgm:t>
        <a:bodyPr/>
        <a:lstStyle/>
        <a:p>
          <a:endParaRPr lang="en-NZ"/>
        </a:p>
      </dgm:t>
    </dgm:pt>
    <dgm:pt modelId="{8D0CEA8B-BD06-48A7-844B-2DABBAE80C89}" type="pres">
      <dgm:prSet presAssocID="{DF389A1B-1B83-43DA-8F65-AF101758D864}" presName="linear" presStyleCnt="0">
        <dgm:presLayoutVars>
          <dgm:animLvl val="lvl"/>
          <dgm:resizeHandles val="exact"/>
        </dgm:presLayoutVars>
      </dgm:prSet>
      <dgm:spPr/>
    </dgm:pt>
    <dgm:pt modelId="{E074874A-E81F-4DD7-BBAF-385123DB2951}" type="pres">
      <dgm:prSet presAssocID="{6F4C7219-75C5-4694-B245-5B17A65F5ED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E989AC1-873B-443F-86D4-383F68173DEB}" type="pres">
      <dgm:prSet presAssocID="{AEFE7142-39DC-45DE-B60E-70D0E915B0B6}" presName="spacer" presStyleCnt="0"/>
      <dgm:spPr/>
    </dgm:pt>
    <dgm:pt modelId="{B569925D-33AB-49EE-8DA8-BA1C93E6D3B2}" type="pres">
      <dgm:prSet presAssocID="{1EE6409A-C203-4502-B261-80EC89D8E96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D17CF68-F6D0-4974-88EB-CECD847D8B2B}" type="pres">
      <dgm:prSet presAssocID="{1EE6409A-C203-4502-B261-80EC89D8E968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A106FC2C-EED8-4B92-8A31-356260A42C02}" srcId="{DF389A1B-1B83-43DA-8F65-AF101758D864}" destId="{6F4C7219-75C5-4694-B245-5B17A65F5ED8}" srcOrd="0" destOrd="0" parTransId="{FA833D74-3B35-4ADE-8943-A0E93423B848}" sibTransId="{AEFE7142-39DC-45DE-B60E-70D0E915B0B6}"/>
    <dgm:cxn modelId="{DBB0323B-7E87-455B-93EC-0927A346C4BD}" type="presOf" srcId="{1C30E525-DA8D-4A32-B47F-9AB2F5E6DF9B}" destId="{1D17CF68-F6D0-4974-88EB-CECD847D8B2B}" srcOrd="0" destOrd="0" presId="urn:microsoft.com/office/officeart/2005/8/layout/vList2"/>
    <dgm:cxn modelId="{3F2C576A-344E-4172-8FB5-4942F03CE7E5}" type="presOf" srcId="{6F4C7219-75C5-4694-B245-5B17A65F5ED8}" destId="{E074874A-E81F-4DD7-BBAF-385123DB2951}" srcOrd="0" destOrd="0" presId="urn:microsoft.com/office/officeart/2005/8/layout/vList2"/>
    <dgm:cxn modelId="{14E22386-B77A-4030-A17C-518C6ECE02B7}" srcId="{DF389A1B-1B83-43DA-8F65-AF101758D864}" destId="{1EE6409A-C203-4502-B261-80EC89D8E968}" srcOrd="1" destOrd="0" parTransId="{4C30F5AC-4B19-46A2-8032-198738299C54}" sibTransId="{EE3303DC-6752-4ED9-AD37-F78ADCAACA58}"/>
    <dgm:cxn modelId="{EC3C1BB3-7CA1-4ACE-B692-7FF49C6DBFE2}" srcId="{1EE6409A-C203-4502-B261-80EC89D8E968}" destId="{1C30E525-DA8D-4A32-B47F-9AB2F5E6DF9B}" srcOrd="0" destOrd="0" parTransId="{F15CD523-1266-4D7A-8479-7B0572B8481E}" sibTransId="{3249635D-B2F6-434D-9C70-28C30F5FF25B}"/>
    <dgm:cxn modelId="{CB984ABE-A327-4DB2-B4B7-A04E63F4A610}" type="presOf" srcId="{DF389A1B-1B83-43DA-8F65-AF101758D864}" destId="{8D0CEA8B-BD06-48A7-844B-2DABBAE80C89}" srcOrd="0" destOrd="0" presId="urn:microsoft.com/office/officeart/2005/8/layout/vList2"/>
    <dgm:cxn modelId="{14A440BF-819C-430D-BABC-B9DD3FC0C724}" type="presOf" srcId="{1EE6409A-C203-4502-B261-80EC89D8E968}" destId="{B569925D-33AB-49EE-8DA8-BA1C93E6D3B2}" srcOrd="0" destOrd="0" presId="urn:microsoft.com/office/officeart/2005/8/layout/vList2"/>
    <dgm:cxn modelId="{B402FABC-532B-4DDC-9410-24132D9A2B8A}" type="presParOf" srcId="{8D0CEA8B-BD06-48A7-844B-2DABBAE80C89}" destId="{E074874A-E81F-4DD7-BBAF-385123DB2951}" srcOrd="0" destOrd="0" presId="urn:microsoft.com/office/officeart/2005/8/layout/vList2"/>
    <dgm:cxn modelId="{036C2D85-4536-42F2-8C6A-A3FE790CFD87}" type="presParOf" srcId="{8D0CEA8B-BD06-48A7-844B-2DABBAE80C89}" destId="{0E989AC1-873B-443F-86D4-383F68173DEB}" srcOrd="1" destOrd="0" presId="urn:microsoft.com/office/officeart/2005/8/layout/vList2"/>
    <dgm:cxn modelId="{62EC4399-5DAC-482E-BD69-B97B0691373D}" type="presParOf" srcId="{8D0CEA8B-BD06-48A7-844B-2DABBAE80C89}" destId="{B569925D-33AB-49EE-8DA8-BA1C93E6D3B2}" srcOrd="2" destOrd="0" presId="urn:microsoft.com/office/officeart/2005/8/layout/vList2"/>
    <dgm:cxn modelId="{30884504-E7C2-478A-A339-57C0E2A4FA71}" type="presParOf" srcId="{8D0CEA8B-BD06-48A7-844B-2DABBAE80C89}" destId="{1D17CF68-F6D0-4974-88EB-CECD847D8B2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D2470ED3-EE6C-4B76-B2C4-A04025359856}" type="doc">
      <dgm:prSet loTypeId="urn:microsoft.com/office/officeart/2005/8/layout/vProcess5" loCatId="process" qsTypeId="urn:microsoft.com/office/officeart/2005/8/quickstyle/simple1" qsCatId="simple" csTypeId="urn:microsoft.com/office/officeart/2005/8/colors/accent2_1" csCatId="accent2"/>
      <dgm:spPr/>
      <dgm:t>
        <a:bodyPr/>
        <a:lstStyle/>
        <a:p>
          <a:endParaRPr lang="en-NZ"/>
        </a:p>
      </dgm:t>
    </dgm:pt>
    <dgm:pt modelId="{CA77F5F2-6BF5-4D04-BF94-281B44AF1E3C}">
      <dgm:prSet/>
      <dgm:spPr/>
      <dgm:t>
        <a:bodyPr/>
        <a:lstStyle/>
        <a:p>
          <a:r>
            <a:rPr lang="en-NZ"/>
            <a:t>All the firm</a:t>
          </a:r>
          <a:r>
            <a:rPr lang="mi-NZ"/>
            <a:t>’</a:t>
          </a:r>
          <a:r>
            <a:rPr lang="en-NZ"/>
            <a:t>s costs are divided into fixed and variable.</a:t>
          </a:r>
        </a:p>
      </dgm:t>
    </dgm:pt>
    <dgm:pt modelId="{7BDE8806-FF15-4BC4-B7FE-64E9B04D681D}" type="parTrans" cxnId="{52550DE7-EC24-41B8-9F30-6046E1BBFF34}">
      <dgm:prSet/>
      <dgm:spPr/>
      <dgm:t>
        <a:bodyPr/>
        <a:lstStyle/>
        <a:p>
          <a:endParaRPr lang="en-NZ"/>
        </a:p>
      </dgm:t>
    </dgm:pt>
    <dgm:pt modelId="{163FB89E-D7FE-4620-81BA-CC285F8BEB98}" type="sibTrans" cxnId="{52550DE7-EC24-41B8-9F30-6046E1BBFF34}">
      <dgm:prSet/>
      <dgm:spPr/>
      <dgm:t>
        <a:bodyPr/>
        <a:lstStyle/>
        <a:p>
          <a:endParaRPr lang="en-NZ"/>
        </a:p>
      </dgm:t>
    </dgm:pt>
    <dgm:pt modelId="{84614EAE-9B84-4FA6-B5A1-684320538DFD}">
      <dgm:prSet/>
      <dgm:spPr/>
      <dgm:t>
        <a:bodyPr/>
        <a:lstStyle/>
        <a:p>
          <a:r>
            <a:rPr lang="en-NZ"/>
            <a:t>Fixed Costs always have to be paid, whether the firm produces nothing or a lot.</a:t>
          </a:r>
        </a:p>
      </dgm:t>
    </dgm:pt>
    <dgm:pt modelId="{F9401C54-320B-406F-8B60-5F7D327DD336}" type="parTrans" cxnId="{A7BD306F-E691-4775-9E6F-8B14AAC991B8}">
      <dgm:prSet/>
      <dgm:spPr/>
      <dgm:t>
        <a:bodyPr/>
        <a:lstStyle/>
        <a:p>
          <a:endParaRPr lang="en-NZ"/>
        </a:p>
      </dgm:t>
    </dgm:pt>
    <dgm:pt modelId="{B3963FA1-215C-4A1A-8A26-4523AA46B487}" type="sibTrans" cxnId="{A7BD306F-E691-4775-9E6F-8B14AAC991B8}">
      <dgm:prSet/>
      <dgm:spPr/>
      <dgm:t>
        <a:bodyPr/>
        <a:lstStyle/>
        <a:p>
          <a:endParaRPr lang="en-NZ"/>
        </a:p>
      </dgm:t>
    </dgm:pt>
    <dgm:pt modelId="{ADA6EF55-4B62-4626-9A43-A559F7BA0E7C}">
      <dgm:prSet/>
      <dgm:spPr/>
      <dgm:t>
        <a:bodyPr/>
        <a:lstStyle/>
        <a:p>
          <a:r>
            <a:rPr lang="en-NZ"/>
            <a:t>Variable costs are the costs of making each unit.</a:t>
          </a:r>
        </a:p>
      </dgm:t>
    </dgm:pt>
    <dgm:pt modelId="{C6365A9C-EC0B-41C3-85E3-272E0982FB4D}" type="parTrans" cxnId="{E59C908F-A373-4EB5-ABB0-04D4F01DF414}">
      <dgm:prSet/>
      <dgm:spPr/>
      <dgm:t>
        <a:bodyPr/>
        <a:lstStyle/>
        <a:p>
          <a:endParaRPr lang="en-NZ"/>
        </a:p>
      </dgm:t>
    </dgm:pt>
    <dgm:pt modelId="{E1AC357E-2E49-44A5-B680-62563013159D}" type="sibTrans" cxnId="{E59C908F-A373-4EB5-ABB0-04D4F01DF414}">
      <dgm:prSet/>
      <dgm:spPr/>
      <dgm:t>
        <a:bodyPr/>
        <a:lstStyle/>
        <a:p>
          <a:endParaRPr lang="en-NZ"/>
        </a:p>
      </dgm:t>
    </dgm:pt>
    <dgm:pt modelId="{24E5661F-D614-4415-B41F-CFA05DA793FD}" type="pres">
      <dgm:prSet presAssocID="{D2470ED3-EE6C-4B76-B2C4-A04025359856}" presName="outerComposite" presStyleCnt="0">
        <dgm:presLayoutVars>
          <dgm:chMax val="5"/>
          <dgm:dir/>
          <dgm:resizeHandles val="exact"/>
        </dgm:presLayoutVars>
      </dgm:prSet>
      <dgm:spPr/>
    </dgm:pt>
    <dgm:pt modelId="{8B0E8CCD-A52F-47D4-B984-C2067D76D789}" type="pres">
      <dgm:prSet presAssocID="{D2470ED3-EE6C-4B76-B2C4-A04025359856}" presName="dummyMaxCanvas" presStyleCnt="0">
        <dgm:presLayoutVars/>
      </dgm:prSet>
      <dgm:spPr/>
    </dgm:pt>
    <dgm:pt modelId="{E74DFA1B-2D12-4260-B72B-494455154491}" type="pres">
      <dgm:prSet presAssocID="{D2470ED3-EE6C-4B76-B2C4-A04025359856}" presName="ThreeNodes_1" presStyleLbl="node1" presStyleIdx="0" presStyleCnt="3">
        <dgm:presLayoutVars>
          <dgm:bulletEnabled val="1"/>
        </dgm:presLayoutVars>
      </dgm:prSet>
      <dgm:spPr/>
    </dgm:pt>
    <dgm:pt modelId="{153A942A-3C1D-4F3C-9230-55D108E21015}" type="pres">
      <dgm:prSet presAssocID="{D2470ED3-EE6C-4B76-B2C4-A04025359856}" presName="ThreeNodes_2" presStyleLbl="node1" presStyleIdx="1" presStyleCnt="3">
        <dgm:presLayoutVars>
          <dgm:bulletEnabled val="1"/>
        </dgm:presLayoutVars>
      </dgm:prSet>
      <dgm:spPr/>
    </dgm:pt>
    <dgm:pt modelId="{37FC96B8-F1B1-448C-B1C0-378947D9BD54}" type="pres">
      <dgm:prSet presAssocID="{D2470ED3-EE6C-4B76-B2C4-A04025359856}" presName="ThreeNodes_3" presStyleLbl="node1" presStyleIdx="2" presStyleCnt="3">
        <dgm:presLayoutVars>
          <dgm:bulletEnabled val="1"/>
        </dgm:presLayoutVars>
      </dgm:prSet>
      <dgm:spPr/>
    </dgm:pt>
    <dgm:pt modelId="{EA5E8E3D-5979-409B-B657-4B50441EE964}" type="pres">
      <dgm:prSet presAssocID="{D2470ED3-EE6C-4B76-B2C4-A04025359856}" presName="ThreeConn_1-2" presStyleLbl="fgAccFollowNode1" presStyleIdx="0" presStyleCnt="2">
        <dgm:presLayoutVars>
          <dgm:bulletEnabled val="1"/>
        </dgm:presLayoutVars>
      </dgm:prSet>
      <dgm:spPr/>
    </dgm:pt>
    <dgm:pt modelId="{F4470320-7FCA-4657-AE46-766B1D4CCCDF}" type="pres">
      <dgm:prSet presAssocID="{D2470ED3-EE6C-4B76-B2C4-A04025359856}" presName="ThreeConn_2-3" presStyleLbl="fgAccFollowNode1" presStyleIdx="1" presStyleCnt="2">
        <dgm:presLayoutVars>
          <dgm:bulletEnabled val="1"/>
        </dgm:presLayoutVars>
      </dgm:prSet>
      <dgm:spPr/>
    </dgm:pt>
    <dgm:pt modelId="{0774EBAA-DDF5-4689-AC5C-E3BA5A352F53}" type="pres">
      <dgm:prSet presAssocID="{D2470ED3-EE6C-4B76-B2C4-A04025359856}" presName="ThreeNodes_1_text" presStyleLbl="node1" presStyleIdx="2" presStyleCnt="3">
        <dgm:presLayoutVars>
          <dgm:bulletEnabled val="1"/>
        </dgm:presLayoutVars>
      </dgm:prSet>
      <dgm:spPr/>
    </dgm:pt>
    <dgm:pt modelId="{8E7CFF69-DCF2-4158-AABB-D43D2131F497}" type="pres">
      <dgm:prSet presAssocID="{D2470ED3-EE6C-4B76-B2C4-A04025359856}" presName="ThreeNodes_2_text" presStyleLbl="node1" presStyleIdx="2" presStyleCnt="3">
        <dgm:presLayoutVars>
          <dgm:bulletEnabled val="1"/>
        </dgm:presLayoutVars>
      </dgm:prSet>
      <dgm:spPr/>
    </dgm:pt>
    <dgm:pt modelId="{DF836189-5803-4602-91B6-15890CEC01F1}" type="pres">
      <dgm:prSet presAssocID="{D2470ED3-EE6C-4B76-B2C4-A04025359856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B7A74A07-267F-461A-8B58-B017EB33247C}" type="presOf" srcId="{CA77F5F2-6BF5-4D04-BF94-281B44AF1E3C}" destId="{E74DFA1B-2D12-4260-B72B-494455154491}" srcOrd="0" destOrd="0" presId="urn:microsoft.com/office/officeart/2005/8/layout/vProcess5"/>
    <dgm:cxn modelId="{A7BD306F-E691-4775-9E6F-8B14AAC991B8}" srcId="{D2470ED3-EE6C-4B76-B2C4-A04025359856}" destId="{84614EAE-9B84-4FA6-B5A1-684320538DFD}" srcOrd="1" destOrd="0" parTransId="{F9401C54-320B-406F-8B60-5F7D327DD336}" sibTransId="{B3963FA1-215C-4A1A-8A26-4523AA46B487}"/>
    <dgm:cxn modelId="{E9F13481-1A1F-4749-9D9C-6EDCD6B8A08A}" type="presOf" srcId="{B3963FA1-215C-4A1A-8A26-4523AA46B487}" destId="{F4470320-7FCA-4657-AE46-766B1D4CCCDF}" srcOrd="0" destOrd="0" presId="urn:microsoft.com/office/officeart/2005/8/layout/vProcess5"/>
    <dgm:cxn modelId="{E59C908F-A373-4EB5-ABB0-04D4F01DF414}" srcId="{D2470ED3-EE6C-4B76-B2C4-A04025359856}" destId="{ADA6EF55-4B62-4626-9A43-A559F7BA0E7C}" srcOrd="2" destOrd="0" parTransId="{C6365A9C-EC0B-41C3-85E3-272E0982FB4D}" sibTransId="{E1AC357E-2E49-44A5-B680-62563013159D}"/>
    <dgm:cxn modelId="{0287159E-17CB-4A32-B65F-B9344FB36B1C}" type="presOf" srcId="{163FB89E-D7FE-4620-81BA-CC285F8BEB98}" destId="{EA5E8E3D-5979-409B-B657-4B50441EE964}" srcOrd="0" destOrd="0" presId="urn:microsoft.com/office/officeart/2005/8/layout/vProcess5"/>
    <dgm:cxn modelId="{FE4FD5AB-9682-4433-AAD8-8739147C7579}" type="presOf" srcId="{84614EAE-9B84-4FA6-B5A1-684320538DFD}" destId="{8E7CFF69-DCF2-4158-AABB-D43D2131F497}" srcOrd="1" destOrd="0" presId="urn:microsoft.com/office/officeart/2005/8/layout/vProcess5"/>
    <dgm:cxn modelId="{782DDEC5-6EC3-4884-A15A-C2C5131E7F26}" type="presOf" srcId="{ADA6EF55-4B62-4626-9A43-A559F7BA0E7C}" destId="{DF836189-5803-4602-91B6-15890CEC01F1}" srcOrd="1" destOrd="0" presId="urn:microsoft.com/office/officeart/2005/8/layout/vProcess5"/>
    <dgm:cxn modelId="{5BCEC5D6-613C-4E20-A55B-D87F0E49039E}" type="presOf" srcId="{D2470ED3-EE6C-4B76-B2C4-A04025359856}" destId="{24E5661F-D614-4415-B41F-CFA05DA793FD}" srcOrd="0" destOrd="0" presId="urn:microsoft.com/office/officeart/2005/8/layout/vProcess5"/>
    <dgm:cxn modelId="{49F55CDD-2784-4955-AB62-25D984CCF627}" type="presOf" srcId="{84614EAE-9B84-4FA6-B5A1-684320538DFD}" destId="{153A942A-3C1D-4F3C-9230-55D108E21015}" srcOrd="0" destOrd="0" presId="urn:microsoft.com/office/officeart/2005/8/layout/vProcess5"/>
    <dgm:cxn modelId="{52550DE7-EC24-41B8-9F30-6046E1BBFF34}" srcId="{D2470ED3-EE6C-4B76-B2C4-A04025359856}" destId="{CA77F5F2-6BF5-4D04-BF94-281B44AF1E3C}" srcOrd="0" destOrd="0" parTransId="{7BDE8806-FF15-4BC4-B7FE-64E9B04D681D}" sibTransId="{163FB89E-D7FE-4620-81BA-CC285F8BEB98}"/>
    <dgm:cxn modelId="{16B9FBEB-8921-446F-8274-47822A04F8D9}" type="presOf" srcId="{ADA6EF55-4B62-4626-9A43-A559F7BA0E7C}" destId="{37FC96B8-F1B1-448C-B1C0-378947D9BD54}" srcOrd="0" destOrd="0" presId="urn:microsoft.com/office/officeart/2005/8/layout/vProcess5"/>
    <dgm:cxn modelId="{6EB053F4-6945-4F68-9DC0-1F93A1C797A7}" type="presOf" srcId="{CA77F5F2-6BF5-4D04-BF94-281B44AF1E3C}" destId="{0774EBAA-DDF5-4689-AC5C-E3BA5A352F53}" srcOrd="1" destOrd="0" presId="urn:microsoft.com/office/officeart/2005/8/layout/vProcess5"/>
    <dgm:cxn modelId="{2EDA9F33-597C-44B5-ABE6-7B0E52308992}" type="presParOf" srcId="{24E5661F-D614-4415-B41F-CFA05DA793FD}" destId="{8B0E8CCD-A52F-47D4-B984-C2067D76D789}" srcOrd="0" destOrd="0" presId="urn:microsoft.com/office/officeart/2005/8/layout/vProcess5"/>
    <dgm:cxn modelId="{FDA3BA40-3F88-4EEE-9A49-13E0E5802C9F}" type="presParOf" srcId="{24E5661F-D614-4415-B41F-CFA05DA793FD}" destId="{E74DFA1B-2D12-4260-B72B-494455154491}" srcOrd="1" destOrd="0" presId="urn:microsoft.com/office/officeart/2005/8/layout/vProcess5"/>
    <dgm:cxn modelId="{CD104A57-85A0-4A02-8ACD-FA144A1B1E17}" type="presParOf" srcId="{24E5661F-D614-4415-B41F-CFA05DA793FD}" destId="{153A942A-3C1D-4F3C-9230-55D108E21015}" srcOrd="2" destOrd="0" presId="urn:microsoft.com/office/officeart/2005/8/layout/vProcess5"/>
    <dgm:cxn modelId="{0E609C4C-DF3C-47C3-AC56-256428BEA801}" type="presParOf" srcId="{24E5661F-D614-4415-B41F-CFA05DA793FD}" destId="{37FC96B8-F1B1-448C-B1C0-378947D9BD54}" srcOrd="3" destOrd="0" presId="urn:microsoft.com/office/officeart/2005/8/layout/vProcess5"/>
    <dgm:cxn modelId="{6F16E9CD-55AD-467B-8F87-9839F4C7A587}" type="presParOf" srcId="{24E5661F-D614-4415-B41F-CFA05DA793FD}" destId="{EA5E8E3D-5979-409B-B657-4B50441EE964}" srcOrd="4" destOrd="0" presId="urn:microsoft.com/office/officeart/2005/8/layout/vProcess5"/>
    <dgm:cxn modelId="{77AB806B-EDEA-4791-8AB4-B064D2EFB176}" type="presParOf" srcId="{24E5661F-D614-4415-B41F-CFA05DA793FD}" destId="{F4470320-7FCA-4657-AE46-766B1D4CCCDF}" srcOrd="5" destOrd="0" presId="urn:microsoft.com/office/officeart/2005/8/layout/vProcess5"/>
    <dgm:cxn modelId="{96D6F57C-68F6-4B48-95C2-0272CAD6E611}" type="presParOf" srcId="{24E5661F-D614-4415-B41F-CFA05DA793FD}" destId="{0774EBAA-DDF5-4689-AC5C-E3BA5A352F53}" srcOrd="6" destOrd="0" presId="urn:microsoft.com/office/officeart/2005/8/layout/vProcess5"/>
    <dgm:cxn modelId="{A4453AF9-B470-40E0-9D0D-E4805DA367FE}" type="presParOf" srcId="{24E5661F-D614-4415-B41F-CFA05DA793FD}" destId="{8E7CFF69-DCF2-4158-AABB-D43D2131F497}" srcOrd="7" destOrd="0" presId="urn:microsoft.com/office/officeart/2005/8/layout/vProcess5"/>
    <dgm:cxn modelId="{B4F5D4BF-A697-47EB-8B4D-4C973650E9AB}" type="presParOf" srcId="{24E5661F-D614-4415-B41F-CFA05DA793FD}" destId="{DF836189-5803-4602-91B6-15890CEC01F1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0A87FEC0-888C-409B-9D09-0E5F6BC3890D}" type="doc">
      <dgm:prSet loTypeId="urn:microsoft.com/office/officeart/2005/8/layout/hierarchy3" loCatId="hierarchy" qsTypeId="urn:microsoft.com/office/officeart/2005/8/quickstyle/simple1" qsCatId="simple" csTypeId="urn:microsoft.com/office/officeart/2005/8/colors/accent2_1" csCatId="accent2"/>
      <dgm:spPr/>
      <dgm:t>
        <a:bodyPr/>
        <a:lstStyle/>
        <a:p>
          <a:endParaRPr lang="en-NZ"/>
        </a:p>
      </dgm:t>
    </dgm:pt>
    <dgm:pt modelId="{6A01F114-010F-42FB-8598-807ECFF06510}">
      <dgm:prSet/>
      <dgm:spPr/>
      <dgm:t>
        <a:bodyPr/>
        <a:lstStyle/>
        <a:p>
          <a:r>
            <a:rPr lang="mi-NZ"/>
            <a:t>Dividing the costs by the quanity (q) generates the average costs.</a:t>
          </a:r>
          <a:endParaRPr lang="en-NZ"/>
        </a:p>
      </dgm:t>
    </dgm:pt>
    <dgm:pt modelId="{081A3768-B6E5-40E3-971A-9F50A4BA1103}" type="parTrans" cxnId="{9A0E97B5-B1B2-4C55-AE0F-4710E251FE1F}">
      <dgm:prSet/>
      <dgm:spPr/>
      <dgm:t>
        <a:bodyPr/>
        <a:lstStyle/>
        <a:p>
          <a:endParaRPr lang="en-NZ"/>
        </a:p>
      </dgm:t>
    </dgm:pt>
    <dgm:pt modelId="{7C01DB9C-9FDE-4574-A199-A3F78CE97EBD}" type="sibTrans" cxnId="{9A0E97B5-B1B2-4C55-AE0F-4710E251FE1F}">
      <dgm:prSet/>
      <dgm:spPr/>
      <dgm:t>
        <a:bodyPr/>
        <a:lstStyle/>
        <a:p>
          <a:endParaRPr lang="en-NZ"/>
        </a:p>
      </dgm:t>
    </dgm:pt>
    <dgm:pt modelId="{D223BC2E-85ED-4657-823A-D624478ED64A}">
      <dgm:prSet/>
      <dgm:spPr/>
      <dgm:t>
        <a:bodyPr/>
        <a:lstStyle/>
        <a:p>
          <a:r>
            <a:rPr lang="mi-NZ"/>
            <a:t>The change in total cost generated by changing output by 1 unit, is the marginal cost.</a:t>
          </a:r>
          <a:endParaRPr lang="en-NZ"/>
        </a:p>
      </dgm:t>
    </dgm:pt>
    <dgm:pt modelId="{4448AF0C-65F9-4F8E-80D5-649BB11C21B4}" type="parTrans" cxnId="{FDAF5F1D-09DF-418F-8B66-1C1AAE66C92F}">
      <dgm:prSet/>
      <dgm:spPr/>
      <dgm:t>
        <a:bodyPr/>
        <a:lstStyle/>
        <a:p>
          <a:endParaRPr lang="en-NZ"/>
        </a:p>
      </dgm:t>
    </dgm:pt>
    <dgm:pt modelId="{B80BF330-15A5-4774-A8A0-659A925EB5AA}" type="sibTrans" cxnId="{FDAF5F1D-09DF-418F-8B66-1C1AAE66C92F}">
      <dgm:prSet/>
      <dgm:spPr/>
      <dgm:t>
        <a:bodyPr/>
        <a:lstStyle/>
        <a:p>
          <a:endParaRPr lang="en-NZ"/>
        </a:p>
      </dgm:t>
    </dgm:pt>
    <dgm:pt modelId="{C8270661-CDAC-4FDE-ABFD-A5FAD1BA131C}" type="pres">
      <dgm:prSet presAssocID="{0A87FEC0-888C-409B-9D09-0E5F6BC3890D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7C6D1E0-3C8D-4D62-95C9-9F3415745513}" type="pres">
      <dgm:prSet presAssocID="{6A01F114-010F-42FB-8598-807ECFF06510}" presName="root" presStyleCnt="0"/>
      <dgm:spPr/>
    </dgm:pt>
    <dgm:pt modelId="{89FE80EA-65B6-4A8F-92F0-36F7D682C10C}" type="pres">
      <dgm:prSet presAssocID="{6A01F114-010F-42FB-8598-807ECFF06510}" presName="rootComposite" presStyleCnt="0"/>
      <dgm:spPr/>
    </dgm:pt>
    <dgm:pt modelId="{F3114490-2E76-4932-9CB5-E37F237BF81C}" type="pres">
      <dgm:prSet presAssocID="{6A01F114-010F-42FB-8598-807ECFF06510}" presName="rootText" presStyleLbl="node1" presStyleIdx="0" presStyleCnt="2"/>
      <dgm:spPr/>
    </dgm:pt>
    <dgm:pt modelId="{93E071DC-E846-47E5-B496-E8641E26D340}" type="pres">
      <dgm:prSet presAssocID="{6A01F114-010F-42FB-8598-807ECFF06510}" presName="rootConnector" presStyleLbl="node1" presStyleIdx="0" presStyleCnt="2"/>
      <dgm:spPr/>
    </dgm:pt>
    <dgm:pt modelId="{9E7656F0-3388-48F7-B9B0-226EA9D333A9}" type="pres">
      <dgm:prSet presAssocID="{6A01F114-010F-42FB-8598-807ECFF06510}" presName="childShape" presStyleCnt="0"/>
      <dgm:spPr/>
    </dgm:pt>
    <dgm:pt modelId="{38C16464-E65C-4B07-A49A-4B82130B3DAC}" type="pres">
      <dgm:prSet presAssocID="{D223BC2E-85ED-4657-823A-D624478ED64A}" presName="root" presStyleCnt="0"/>
      <dgm:spPr/>
    </dgm:pt>
    <dgm:pt modelId="{F046C370-9BF7-413A-9593-B4098BC9BECF}" type="pres">
      <dgm:prSet presAssocID="{D223BC2E-85ED-4657-823A-D624478ED64A}" presName="rootComposite" presStyleCnt="0"/>
      <dgm:spPr/>
    </dgm:pt>
    <dgm:pt modelId="{35E98DA1-45D2-4B3B-975A-5B7711563FC9}" type="pres">
      <dgm:prSet presAssocID="{D223BC2E-85ED-4657-823A-D624478ED64A}" presName="rootText" presStyleLbl="node1" presStyleIdx="1" presStyleCnt="2"/>
      <dgm:spPr/>
    </dgm:pt>
    <dgm:pt modelId="{B70F38DF-F688-423C-B19D-2FECBC64EC4B}" type="pres">
      <dgm:prSet presAssocID="{D223BC2E-85ED-4657-823A-D624478ED64A}" presName="rootConnector" presStyleLbl="node1" presStyleIdx="1" presStyleCnt="2"/>
      <dgm:spPr/>
    </dgm:pt>
    <dgm:pt modelId="{1B0A4E88-02D0-4FA8-99A3-51C55A5A2FB3}" type="pres">
      <dgm:prSet presAssocID="{D223BC2E-85ED-4657-823A-D624478ED64A}" presName="childShape" presStyleCnt="0"/>
      <dgm:spPr/>
    </dgm:pt>
  </dgm:ptLst>
  <dgm:cxnLst>
    <dgm:cxn modelId="{E1FC3713-BE00-483F-AF5C-C524748AD56A}" type="presOf" srcId="{D223BC2E-85ED-4657-823A-D624478ED64A}" destId="{B70F38DF-F688-423C-B19D-2FECBC64EC4B}" srcOrd="1" destOrd="0" presId="urn:microsoft.com/office/officeart/2005/8/layout/hierarchy3"/>
    <dgm:cxn modelId="{FDAF5F1D-09DF-418F-8B66-1C1AAE66C92F}" srcId="{0A87FEC0-888C-409B-9D09-0E5F6BC3890D}" destId="{D223BC2E-85ED-4657-823A-D624478ED64A}" srcOrd="1" destOrd="0" parTransId="{4448AF0C-65F9-4F8E-80D5-649BB11C21B4}" sibTransId="{B80BF330-15A5-4774-A8A0-659A925EB5AA}"/>
    <dgm:cxn modelId="{9F639B37-DCE9-4837-9259-2DA2705828D5}" type="presOf" srcId="{0A87FEC0-888C-409B-9D09-0E5F6BC3890D}" destId="{C8270661-CDAC-4FDE-ABFD-A5FAD1BA131C}" srcOrd="0" destOrd="0" presId="urn:microsoft.com/office/officeart/2005/8/layout/hierarchy3"/>
    <dgm:cxn modelId="{78B1893C-F351-401B-9BCD-76339F89A8E5}" type="presOf" srcId="{6A01F114-010F-42FB-8598-807ECFF06510}" destId="{93E071DC-E846-47E5-B496-E8641E26D340}" srcOrd="1" destOrd="0" presId="urn:microsoft.com/office/officeart/2005/8/layout/hierarchy3"/>
    <dgm:cxn modelId="{9A0E97B5-B1B2-4C55-AE0F-4710E251FE1F}" srcId="{0A87FEC0-888C-409B-9D09-0E5F6BC3890D}" destId="{6A01F114-010F-42FB-8598-807ECFF06510}" srcOrd="0" destOrd="0" parTransId="{081A3768-B6E5-40E3-971A-9F50A4BA1103}" sibTransId="{7C01DB9C-9FDE-4574-A199-A3F78CE97EBD}"/>
    <dgm:cxn modelId="{EC20C7E4-88B7-4386-9869-F03DC941A7C5}" type="presOf" srcId="{6A01F114-010F-42FB-8598-807ECFF06510}" destId="{F3114490-2E76-4932-9CB5-E37F237BF81C}" srcOrd="0" destOrd="0" presId="urn:microsoft.com/office/officeart/2005/8/layout/hierarchy3"/>
    <dgm:cxn modelId="{A72AC2EA-4D2D-4D7E-9ED4-2B4ACEC03EC7}" type="presOf" srcId="{D223BC2E-85ED-4657-823A-D624478ED64A}" destId="{35E98DA1-45D2-4B3B-975A-5B7711563FC9}" srcOrd="0" destOrd="0" presId="urn:microsoft.com/office/officeart/2005/8/layout/hierarchy3"/>
    <dgm:cxn modelId="{F7BB69DD-9D2E-4705-B94E-51571D2B0274}" type="presParOf" srcId="{C8270661-CDAC-4FDE-ABFD-A5FAD1BA131C}" destId="{E7C6D1E0-3C8D-4D62-95C9-9F3415745513}" srcOrd="0" destOrd="0" presId="urn:microsoft.com/office/officeart/2005/8/layout/hierarchy3"/>
    <dgm:cxn modelId="{5761E6C5-2773-4BD8-9641-6B91D9905331}" type="presParOf" srcId="{E7C6D1E0-3C8D-4D62-95C9-9F3415745513}" destId="{89FE80EA-65B6-4A8F-92F0-36F7D682C10C}" srcOrd="0" destOrd="0" presId="urn:microsoft.com/office/officeart/2005/8/layout/hierarchy3"/>
    <dgm:cxn modelId="{5757B3AB-5EA7-4835-A70C-66CD382937EB}" type="presParOf" srcId="{89FE80EA-65B6-4A8F-92F0-36F7D682C10C}" destId="{F3114490-2E76-4932-9CB5-E37F237BF81C}" srcOrd="0" destOrd="0" presId="urn:microsoft.com/office/officeart/2005/8/layout/hierarchy3"/>
    <dgm:cxn modelId="{7D8CBFC9-6C6E-41C2-BFBF-1E3EDF1A4C5E}" type="presParOf" srcId="{89FE80EA-65B6-4A8F-92F0-36F7D682C10C}" destId="{93E071DC-E846-47E5-B496-E8641E26D340}" srcOrd="1" destOrd="0" presId="urn:microsoft.com/office/officeart/2005/8/layout/hierarchy3"/>
    <dgm:cxn modelId="{7BF67180-7AC9-4D94-9A0C-8DD7732E2156}" type="presParOf" srcId="{E7C6D1E0-3C8D-4D62-95C9-9F3415745513}" destId="{9E7656F0-3388-48F7-B9B0-226EA9D333A9}" srcOrd="1" destOrd="0" presId="urn:microsoft.com/office/officeart/2005/8/layout/hierarchy3"/>
    <dgm:cxn modelId="{185DF384-7C80-4BA2-9F81-5E578ACA3285}" type="presParOf" srcId="{C8270661-CDAC-4FDE-ABFD-A5FAD1BA131C}" destId="{38C16464-E65C-4B07-A49A-4B82130B3DAC}" srcOrd="1" destOrd="0" presId="urn:microsoft.com/office/officeart/2005/8/layout/hierarchy3"/>
    <dgm:cxn modelId="{BE3F1A48-0DEA-440B-8285-9DB47FA7B432}" type="presParOf" srcId="{38C16464-E65C-4B07-A49A-4B82130B3DAC}" destId="{F046C370-9BF7-413A-9593-B4098BC9BECF}" srcOrd="0" destOrd="0" presId="urn:microsoft.com/office/officeart/2005/8/layout/hierarchy3"/>
    <dgm:cxn modelId="{638DC0A2-7F3B-4121-914B-9B48FCCB0F26}" type="presParOf" srcId="{F046C370-9BF7-413A-9593-B4098BC9BECF}" destId="{35E98DA1-45D2-4B3B-975A-5B7711563FC9}" srcOrd="0" destOrd="0" presId="urn:microsoft.com/office/officeart/2005/8/layout/hierarchy3"/>
    <dgm:cxn modelId="{89454A75-D8AE-4DB8-80EB-306EE1C4D3AE}" type="presParOf" srcId="{F046C370-9BF7-413A-9593-B4098BC9BECF}" destId="{B70F38DF-F688-423C-B19D-2FECBC64EC4B}" srcOrd="1" destOrd="0" presId="urn:microsoft.com/office/officeart/2005/8/layout/hierarchy3"/>
    <dgm:cxn modelId="{CD7606EF-286D-4225-B723-1CC25C9941AE}" type="presParOf" srcId="{38C16464-E65C-4B07-A49A-4B82130B3DAC}" destId="{1B0A4E88-02D0-4FA8-99A3-51C55A5A2FB3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4E4E3969-CA36-40E2-AC8C-B9BFE87B5A71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/>
      <dgm:spPr/>
      <dgm:t>
        <a:bodyPr/>
        <a:lstStyle/>
        <a:p>
          <a:endParaRPr lang="en-NZ"/>
        </a:p>
      </dgm:t>
    </dgm:pt>
    <dgm:pt modelId="{30FBF582-1B80-4D84-AD74-43B1811403C8}">
      <dgm:prSet/>
      <dgm:spPr/>
      <dgm:t>
        <a:bodyPr/>
        <a:lstStyle/>
        <a:p>
          <a:r>
            <a:rPr lang="mi-NZ"/>
            <a:t>If MC &lt; AC, AC is falling</a:t>
          </a:r>
          <a:endParaRPr lang="en-NZ"/>
        </a:p>
      </dgm:t>
    </dgm:pt>
    <dgm:pt modelId="{50901D04-0868-4E4E-8265-4B46BD4D663A}" type="parTrans" cxnId="{930D8D7F-FC79-44D3-8E37-6E19A264073E}">
      <dgm:prSet/>
      <dgm:spPr/>
      <dgm:t>
        <a:bodyPr/>
        <a:lstStyle/>
        <a:p>
          <a:endParaRPr lang="en-NZ"/>
        </a:p>
      </dgm:t>
    </dgm:pt>
    <dgm:pt modelId="{F2074F72-ECC5-4588-9C70-090D23763584}" type="sibTrans" cxnId="{930D8D7F-FC79-44D3-8E37-6E19A264073E}">
      <dgm:prSet/>
      <dgm:spPr/>
      <dgm:t>
        <a:bodyPr/>
        <a:lstStyle/>
        <a:p>
          <a:endParaRPr lang="en-NZ"/>
        </a:p>
      </dgm:t>
    </dgm:pt>
    <dgm:pt modelId="{080BAF47-97BA-4E5D-BE77-85610AAC91C5}">
      <dgm:prSet/>
      <dgm:spPr/>
      <dgm:t>
        <a:bodyPr/>
        <a:lstStyle/>
        <a:p>
          <a:r>
            <a:rPr lang="mi-NZ" dirty="0" err="1"/>
            <a:t>If</a:t>
          </a:r>
          <a:r>
            <a:rPr lang="mi-NZ" dirty="0"/>
            <a:t> MC &gt; AC, AC </a:t>
          </a:r>
          <a:r>
            <a:rPr lang="mi-NZ" dirty="0" err="1"/>
            <a:t>is</a:t>
          </a:r>
          <a:r>
            <a:rPr lang="mi-NZ" dirty="0"/>
            <a:t> </a:t>
          </a:r>
          <a:r>
            <a:rPr lang="mi-NZ" dirty="0" err="1"/>
            <a:t>rising</a:t>
          </a:r>
          <a:endParaRPr lang="en-NZ" dirty="0"/>
        </a:p>
      </dgm:t>
    </dgm:pt>
    <dgm:pt modelId="{F5C29CBD-8D60-45EE-B55D-03606996D2CE}" type="parTrans" cxnId="{9B9BB304-3829-4576-99A4-F78CDA692949}">
      <dgm:prSet/>
      <dgm:spPr/>
      <dgm:t>
        <a:bodyPr/>
        <a:lstStyle/>
        <a:p>
          <a:endParaRPr lang="en-NZ"/>
        </a:p>
      </dgm:t>
    </dgm:pt>
    <dgm:pt modelId="{76C339D6-D2D1-4470-B7DE-3094D69E9036}" type="sibTrans" cxnId="{9B9BB304-3829-4576-99A4-F78CDA692949}">
      <dgm:prSet/>
      <dgm:spPr/>
      <dgm:t>
        <a:bodyPr/>
        <a:lstStyle/>
        <a:p>
          <a:endParaRPr lang="en-NZ"/>
        </a:p>
      </dgm:t>
    </dgm:pt>
    <dgm:pt modelId="{23CB1D82-BAF3-4C40-884A-2EF53D9FAF9E}">
      <dgm:prSet/>
      <dgm:spPr/>
      <dgm:t>
        <a:bodyPr/>
        <a:lstStyle/>
        <a:p>
          <a:r>
            <a:rPr lang="en-NZ"/>
            <a:t>If MC=AC, AC has flat slope</a:t>
          </a:r>
        </a:p>
      </dgm:t>
    </dgm:pt>
    <dgm:pt modelId="{EA0EA182-C111-4D47-B27A-D91BFA93AF92}" type="parTrans" cxnId="{F388268E-28FD-45AB-A831-EEF701618A3D}">
      <dgm:prSet/>
      <dgm:spPr/>
      <dgm:t>
        <a:bodyPr/>
        <a:lstStyle/>
        <a:p>
          <a:endParaRPr lang="en-NZ"/>
        </a:p>
      </dgm:t>
    </dgm:pt>
    <dgm:pt modelId="{83BCCD42-34C4-48BF-938B-EAB4F874D7CB}" type="sibTrans" cxnId="{F388268E-28FD-45AB-A831-EEF701618A3D}">
      <dgm:prSet/>
      <dgm:spPr/>
      <dgm:t>
        <a:bodyPr/>
        <a:lstStyle/>
        <a:p>
          <a:endParaRPr lang="en-NZ"/>
        </a:p>
      </dgm:t>
    </dgm:pt>
    <dgm:pt modelId="{C8A3CC91-EC41-4071-A5AB-3E41ECA808A4}" type="pres">
      <dgm:prSet presAssocID="{4E4E3969-CA36-40E2-AC8C-B9BFE87B5A71}" presName="linear" presStyleCnt="0">
        <dgm:presLayoutVars>
          <dgm:animLvl val="lvl"/>
          <dgm:resizeHandles val="exact"/>
        </dgm:presLayoutVars>
      </dgm:prSet>
      <dgm:spPr/>
    </dgm:pt>
    <dgm:pt modelId="{A6A987BD-8A96-40C4-A70C-F098773BE4AA}" type="pres">
      <dgm:prSet presAssocID="{30FBF582-1B80-4D84-AD74-43B1811403C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41E2E9B-8635-404E-9C32-4EB06919E255}" type="pres">
      <dgm:prSet presAssocID="{F2074F72-ECC5-4588-9C70-090D23763584}" presName="spacer" presStyleCnt="0"/>
      <dgm:spPr/>
    </dgm:pt>
    <dgm:pt modelId="{0BAC33FA-8DDD-4A03-83CD-E381B0CE153B}" type="pres">
      <dgm:prSet presAssocID="{080BAF47-97BA-4E5D-BE77-85610AAC91C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86EA435-5FEA-4499-9D2E-983F70F4B2EF}" type="pres">
      <dgm:prSet presAssocID="{76C339D6-D2D1-4470-B7DE-3094D69E9036}" presName="spacer" presStyleCnt="0"/>
      <dgm:spPr/>
    </dgm:pt>
    <dgm:pt modelId="{EDA5A8DB-FB3E-42E3-A4C7-324F65729F72}" type="pres">
      <dgm:prSet presAssocID="{23CB1D82-BAF3-4C40-884A-2EF53D9FAF9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B9BB304-3829-4576-99A4-F78CDA692949}" srcId="{4E4E3969-CA36-40E2-AC8C-B9BFE87B5A71}" destId="{080BAF47-97BA-4E5D-BE77-85610AAC91C5}" srcOrd="1" destOrd="0" parTransId="{F5C29CBD-8D60-45EE-B55D-03606996D2CE}" sibTransId="{76C339D6-D2D1-4470-B7DE-3094D69E9036}"/>
    <dgm:cxn modelId="{72E4A570-6495-4DC6-83EB-E9E8311D8A6B}" type="presOf" srcId="{080BAF47-97BA-4E5D-BE77-85610AAC91C5}" destId="{0BAC33FA-8DDD-4A03-83CD-E381B0CE153B}" srcOrd="0" destOrd="0" presId="urn:microsoft.com/office/officeart/2005/8/layout/vList2"/>
    <dgm:cxn modelId="{5BF67E7F-F029-4A2F-AD51-605E81D4A334}" type="presOf" srcId="{4E4E3969-CA36-40E2-AC8C-B9BFE87B5A71}" destId="{C8A3CC91-EC41-4071-A5AB-3E41ECA808A4}" srcOrd="0" destOrd="0" presId="urn:microsoft.com/office/officeart/2005/8/layout/vList2"/>
    <dgm:cxn modelId="{930D8D7F-FC79-44D3-8E37-6E19A264073E}" srcId="{4E4E3969-CA36-40E2-AC8C-B9BFE87B5A71}" destId="{30FBF582-1B80-4D84-AD74-43B1811403C8}" srcOrd="0" destOrd="0" parTransId="{50901D04-0868-4E4E-8265-4B46BD4D663A}" sibTransId="{F2074F72-ECC5-4588-9C70-090D23763584}"/>
    <dgm:cxn modelId="{F388268E-28FD-45AB-A831-EEF701618A3D}" srcId="{4E4E3969-CA36-40E2-AC8C-B9BFE87B5A71}" destId="{23CB1D82-BAF3-4C40-884A-2EF53D9FAF9E}" srcOrd="2" destOrd="0" parTransId="{EA0EA182-C111-4D47-B27A-D91BFA93AF92}" sibTransId="{83BCCD42-34C4-48BF-938B-EAB4F874D7CB}"/>
    <dgm:cxn modelId="{C2A281DE-E381-48D5-BD3B-59DCE6470BF9}" type="presOf" srcId="{23CB1D82-BAF3-4C40-884A-2EF53D9FAF9E}" destId="{EDA5A8DB-FB3E-42E3-A4C7-324F65729F72}" srcOrd="0" destOrd="0" presId="urn:microsoft.com/office/officeart/2005/8/layout/vList2"/>
    <dgm:cxn modelId="{81106BE0-F543-417E-8CDC-E266E310B584}" type="presOf" srcId="{30FBF582-1B80-4D84-AD74-43B1811403C8}" destId="{A6A987BD-8A96-40C4-A70C-F098773BE4AA}" srcOrd="0" destOrd="0" presId="urn:microsoft.com/office/officeart/2005/8/layout/vList2"/>
    <dgm:cxn modelId="{8E8C954F-7958-4BFE-AD47-0FD616E7C0F4}" type="presParOf" srcId="{C8A3CC91-EC41-4071-A5AB-3E41ECA808A4}" destId="{A6A987BD-8A96-40C4-A70C-F098773BE4AA}" srcOrd="0" destOrd="0" presId="urn:microsoft.com/office/officeart/2005/8/layout/vList2"/>
    <dgm:cxn modelId="{AFC76183-E2C1-4CD8-AF91-2C3269CC08E5}" type="presParOf" srcId="{C8A3CC91-EC41-4071-A5AB-3E41ECA808A4}" destId="{C41E2E9B-8635-404E-9C32-4EB06919E255}" srcOrd="1" destOrd="0" presId="urn:microsoft.com/office/officeart/2005/8/layout/vList2"/>
    <dgm:cxn modelId="{B09825FE-924C-4940-9CE1-C3EB34404F22}" type="presParOf" srcId="{C8A3CC91-EC41-4071-A5AB-3E41ECA808A4}" destId="{0BAC33FA-8DDD-4A03-83CD-E381B0CE153B}" srcOrd="2" destOrd="0" presId="urn:microsoft.com/office/officeart/2005/8/layout/vList2"/>
    <dgm:cxn modelId="{6292A68E-00B8-47AB-92B4-D2065879C41E}" type="presParOf" srcId="{C8A3CC91-EC41-4071-A5AB-3E41ECA808A4}" destId="{786EA435-5FEA-4499-9D2E-983F70F4B2EF}" srcOrd="3" destOrd="0" presId="urn:microsoft.com/office/officeart/2005/8/layout/vList2"/>
    <dgm:cxn modelId="{BFA43ADE-2783-4502-923D-C0692C6649E5}" type="presParOf" srcId="{C8A3CC91-EC41-4071-A5AB-3E41ECA808A4}" destId="{EDA5A8DB-FB3E-42E3-A4C7-324F65729F7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D8195381-0B2D-44AC-991C-B8754B5B6F7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NZ"/>
        </a:p>
      </dgm:t>
    </dgm:pt>
    <dgm:pt modelId="{17DC99BC-CCD6-4A8F-9667-13D55FA8419C}">
      <dgm:prSet/>
      <dgm:spPr/>
      <dgm:t>
        <a:bodyPr/>
        <a:lstStyle/>
        <a:p>
          <a:r>
            <a:rPr lang="mi-NZ"/>
            <a:t>Products that are differentiated face downward sloping demand curves.</a:t>
          </a:r>
          <a:endParaRPr lang="en-NZ"/>
        </a:p>
      </dgm:t>
    </dgm:pt>
    <dgm:pt modelId="{94679FD0-77B2-4441-8608-3F3943CDF4EA}" type="parTrans" cxnId="{E4A46CBE-56DC-4E45-8CC7-4A70EA696949}">
      <dgm:prSet/>
      <dgm:spPr/>
      <dgm:t>
        <a:bodyPr/>
        <a:lstStyle/>
        <a:p>
          <a:endParaRPr lang="en-NZ"/>
        </a:p>
      </dgm:t>
    </dgm:pt>
    <dgm:pt modelId="{338F7265-8CA7-4830-935E-7DA45AF4C4B8}" type="sibTrans" cxnId="{E4A46CBE-56DC-4E45-8CC7-4A70EA696949}">
      <dgm:prSet/>
      <dgm:spPr/>
      <dgm:t>
        <a:bodyPr/>
        <a:lstStyle/>
        <a:p>
          <a:endParaRPr lang="en-NZ"/>
        </a:p>
      </dgm:t>
    </dgm:pt>
    <dgm:pt modelId="{8036D26B-B72E-4CCE-B38D-AB7169A11449}">
      <dgm:prSet/>
      <dgm:spPr/>
      <dgm:t>
        <a:bodyPr/>
        <a:lstStyle/>
        <a:p>
          <a:r>
            <a:rPr lang="mi-NZ" dirty="0" err="1"/>
            <a:t>Suppose</a:t>
          </a:r>
          <a:r>
            <a:rPr lang="mi-NZ" dirty="0"/>
            <a:t> </a:t>
          </a:r>
          <a:r>
            <a:rPr lang="mi-NZ" dirty="0" err="1"/>
            <a:t>the</a:t>
          </a:r>
          <a:r>
            <a:rPr lang="mi-NZ" dirty="0"/>
            <a:t> </a:t>
          </a:r>
          <a:r>
            <a:rPr lang="mi-NZ" dirty="0" err="1"/>
            <a:t>Car</a:t>
          </a:r>
          <a:r>
            <a:rPr lang="mi-NZ" dirty="0"/>
            <a:t> </a:t>
          </a:r>
          <a:r>
            <a:rPr lang="mi-NZ" dirty="0" err="1"/>
            <a:t>Firm</a:t>
          </a:r>
          <a:r>
            <a:rPr lang="mi-NZ" dirty="0"/>
            <a:t> </a:t>
          </a:r>
          <a:r>
            <a:rPr lang="mi-NZ" dirty="0" err="1"/>
            <a:t>has</a:t>
          </a:r>
          <a:r>
            <a:rPr lang="mi-NZ" dirty="0"/>
            <a:t> </a:t>
          </a:r>
          <a:r>
            <a:rPr lang="mi-NZ" dirty="0" err="1"/>
            <a:t>the</a:t>
          </a:r>
          <a:r>
            <a:rPr lang="mi-NZ" dirty="0"/>
            <a:t> </a:t>
          </a:r>
          <a:r>
            <a:rPr lang="mi-NZ" dirty="0" err="1"/>
            <a:t>followinng</a:t>
          </a:r>
          <a:r>
            <a:rPr lang="mi-NZ" dirty="0"/>
            <a:t> </a:t>
          </a:r>
          <a:r>
            <a:rPr lang="mi-NZ" dirty="0" err="1"/>
            <a:t>demand</a:t>
          </a:r>
          <a:r>
            <a:rPr lang="mi-NZ" dirty="0"/>
            <a:t> </a:t>
          </a:r>
          <a:r>
            <a:rPr lang="mi-NZ" dirty="0" err="1"/>
            <a:t>curve</a:t>
          </a:r>
          <a:r>
            <a:rPr lang="mi-NZ" dirty="0"/>
            <a:t>.</a:t>
          </a:r>
          <a:endParaRPr lang="en-NZ" dirty="0"/>
        </a:p>
      </dgm:t>
    </dgm:pt>
    <dgm:pt modelId="{073AB931-0116-4E55-BE91-04035DF82587}" type="parTrans" cxnId="{AD95C142-D118-4783-A6B2-E2420F1A46B0}">
      <dgm:prSet/>
      <dgm:spPr/>
      <dgm:t>
        <a:bodyPr/>
        <a:lstStyle/>
        <a:p>
          <a:endParaRPr lang="en-NZ"/>
        </a:p>
      </dgm:t>
    </dgm:pt>
    <dgm:pt modelId="{3760893C-70B0-4790-80DC-CB4CBA5560D9}" type="sibTrans" cxnId="{AD95C142-D118-4783-A6B2-E2420F1A46B0}">
      <dgm:prSet/>
      <dgm:spPr/>
      <dgm:t>
        <a:bodyPr/>
        <a:lstStyle/>
        <a:p>
          <a:endParaRPr lang="en-NZ"/>
        </a:p>
      </dgm:t>
    </dgm:pt>
    <dgm:pt modelId="{E269C079-2227-4DF1-B8BB-C8E99299FE48}" type="pres">
      <dgm:prSet presAssocID="{D8195381-0B2D-44AC-991C-B8754B5B6F70}" presName="linear" presStyleCnt="0">
        <dgm:presLayoutVars>
          <dgm:animLvl val="lvl"/>
          <dgm:resizeHandles val="exact"/>
        </dgm:presLayoutVars>
      </dgm:prSet>
      <dgm:spPr/>
    </dgm:pt>
    <dgm:pt modelId="{1AF973A3-22B7-45FF-BC53-8853CBD4AEDA}" type="pres">
      <dgm:prSet presAssocID="{17DC99BC-CCD6-4A8F-9667-13D55FA8419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ACE6992-007C-4E16-BF3C-D76E8F0497CA}" type="pres">
      <dgm:prSet presAssocID="{338F7265-8CA7-4830-935E-7DA45AF4C4B8}" presName="spacer" presStyleCnt="0"/>
      <dgm:spPr/>
    </dgm:pt>
    <dgm:pt modelId="{B3373A10-5908-4BF4-805F-2150B60B3F53}" type="pres">
      <dgm:prSet presAssocID="{8036D26B-B72E-4CCE-B38D-AB7169A1144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F551C23-950E-49E9-88C6-518B60738FEC}" type="presOf" srcId="{17DC99BC-CCD6-4A8F-9667-13D55FA8419C}" destId="{1AF973A3-22B7-45FF-BC53-8853CBD4AEDA}" srcOrd="0" destOrd="0" presId="urn:microsoft.com/office/officeart/2005/8/layout/vList2"/>
    <dgm:cxn modelId="{D0948F32-6CBD-4702-A766-3FDB438C3FA4}" type="presOf" srcId="{D8195381-0B2D-44AC-991C-B8754B5B6F70}" destId="{E269C079-2227-4DF1-B8BB-C8E99299FE48}" srcOrd="0" destOrd="0" presId="urn:microsoft.com/office/officeart/2005/8/layout/vList2"/>
    <dgm:cxn modelId="{AD95C142-D118-4783-A6B2-E2420F1A46B0}" srcId="{D8195381-0B2D-44AC-991C-B8754B5B6F70}" destId="{8036D26B-B72E-4CCE-B38D-AB7169A11449}" srcOrd="1" destOrd="0" parTransId="{073AB931-0116-4E55-BE91-04035DF82587}" sibTransId="{3760893C-70B0-4790-80DC-CB4CBA5560D9}"/>
    <dgm:cxn modelId="{E4A46CBE-56DC-4E45-8CC7-4A70EA696949}" srcId="{D8195381-0B2D-44AC-991C-B8754B5B6F70}" destId="{17DC99BC-CCD6-4A8F-9667-13D55FA8419C}" srcOrd="0" destOrd="0" parTransId="{94679FD0-77B2-4441-8608-3F3943CDF4EA}" sibTransId="{338F7265-8CA7-4830-935E-7DA45AF4C4B8}"/>
    <dgm:cxn modelId="{A03A8AC7-738F-42DD-8C40-788F837CB7F7}" type="presOf" srcId="{8036D26B-B72E-4CCE-B38D-AB7169A11449}" destId="{B3373A10-5908-4BF4-805F-2150B60B3F53}" srcOrd="0" destOrd="0" presId="urn:microsoft.com/office/officeart/2005/8/layout/vList2"/>
    <dgm:cxn modelId="{7996F5DE-75F4-423E-865D-597D096C5E10}" type="presParOf" srcId="{E269C079-2227-4DF1-B8BB-C8E99299FE48}" destId="{1AF973A3-22B7-45FF-BC53-8853CBD4AEDA}" srcOrd="0" destOrd="0" presId="urn:microsoft.com/office/officeart/2005/8/layout/vList2"/>
    <dgm:cxn modelId="{25213330-59D6-4384-AB32-4F9D088428E5}" type="presParOf" srcId="{E269C079-2227-4DF1-B8BB-C8E99299FE48}" destId="{EACE6992-007C-4E16-BF3C-D76E8F0497CA}" srcOrd="1" destOrd="0" presId="urn:microsoft.com/office/officeart/2005/8/layout/vList2"/>
    <dgm:cxn modelId="{FD7C503B-C326-4D9F-9009-8BF53532B23D}" type="presParOf" srcId="{E269C079-2227-4DF1-B8BB-C8E99299FE48}" destId="{B3373A10-5908-4BF4-805F-2150B60B3F5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D8195381-0B2D-44AC-991C-B8754B5B6F7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Z"/>
        </a:p>
      </dgm:t>
    </dgm:pt>
    <dgm:pt modelId="{17DC99BC-CCD6-4A8F-9667-13D55FA8419C}">
      <dgm:prSet/>
      <dgm:spPr/>
      <dgm:t>
        <a:bodyPr/>
        <a:lstStyle/>
        <a:p>
          <a:r>
            <a:rPr lang="mi-NZ" dirty="0" err="1"/>
            <a:t>These</a:t>
          </a:r>
          <a:r>
            <a:rPr lang="mi-NZ" dirty="0"/>
            <a:t> </a:t>
          </a:r>
          <a:r>
            <a:rPr lang="mi-NZ" dirty="0" err="1"/>
            <a:t>depict</a:t>
          </a:r>
          <a:r>
            <a:rPr lang="mi-NZ" dirty="0"/>
            <a:t> </a:t>
          </a:r>
          <a:r>
            <a:rPr lang="mi-NZ" dirty="0" err="1"/>
            <a:t>the</a:t>
          </a:r>
          <a:r>
            <a:rPr lang="mi-NZ" dirty="0"/>
            <a:t> </a:t>
          </a:r>
          <a:r>
            <a:rPr lang="mi-NZ" dirty="0" err="1"/>
            <a:t>economic</a:t>
          </a:r>
          <a:r>
            <a:rPr lang="mi-NZ" dirty="0"/>
            <a:t> </a:t>
          </a:r>
          <a:r>
            <a:rPr lang="mi-NZ" dirty="0" err="1"/>
            <a:t>profit</a:t>
          </a:r>
          <a:r>
            <a:rPr lang="mi-NZ" dirty="0"/>
            <a:t> </a:t>
          </a:r>
          <a:endParaRPr lang="en-NZ" dirty="0"/>
        </a:p>
      </dgm:t>
    </dgm:pt>
    <dgm:pt modelId="{94679FD0-77B2-4441-8608-3F3943CDF4EA}" type="parTrans" cxnId="{E4A46CBE-56DC-4E45-8CC7-4A70EA696949}">
      <dgm:prSet/>
      <dgm:spPr/>
      <dgm:t>
        <a:bodyPr/>
        <a:lstStyle/>
        <a:p>
          <a:endParaRPr lang="en-NZ"/>
        </a:p>
      </dgm:t>
    </dgm:pt>
    <dgm:pt modelId="{338F7265-8CA7-4830-935E-7DA45AF4C4B8}" type="sibTrans" cxnId="{E4A46CBE-56DC-4E45-8CC7-4A70EA696949}">
      <dgm:prSet/>
      <dgm:spPr/>
      <dgm:t>
        <a:bodyPr/>
        <a:lstStyle/>
        <a:p>
          <a:endParaRPr lang="en-NZ"/>
        </a:p>
      </dgm:t>
    </dgm:pt>
    <dgm:pt modelId="{8036D26B-B72E-4CCE-B38D-AB7169A11449}">
      <dgm:prSet/>
      <dgm:spPr/>
      <dgm:t>
        <a:bodyPr/>
        <a:lstStyle/>
        <a:p>
          <a:r>
            <a:rPr lang="mi-NZ" dirty="0" err="1"/>
            <a:t>The</a:t>
          </a:r>
          <a:r>
            <a:rPr lang="mi-NZ" baseline="0" dirty="0"/>
            <a:t> AC and MC </a:t>
          </a:r>
          <a:r>
            <a:rPr lang="mi-NZ" baseline="0" dirty="0" err="1"/>
            <a:t>cross</a:t>
          </a:r>
          <a:r>
            <a:rPr lang="mi-NZ" baseline="0" dirty="0"/>
            <a:t> </a:t>
          </a:r>
          <a:r>
            <a:rPr lang="mi-NZ" baseline="0" dirty="0" err="1"/>
            <a:t>at</a:t>
          </a:r>
          <a:r>
            <a:rPr lang="mi-NZ" baseline="0" dirty="0"/>
            <a:t> B </a:t>
          </a:r>
          <a:r>
            <a:rPr lang="mi-NZ" baseline="0" dirty="0" err="1"/>
            <a:t>when</a:t>
          </a:r>
          <a:r>
            <a:rPr lang="mi-NZ" baseline="0" dirty="0"/>
            <a:t> AC </a:t>
          </a:r>
          <a:r>
            <a:rPr lang="mi-NZ" baseline="0" dirty="0" err="1"/>
            <a:t>is</a:t>
          </a:r>
          <a:r>
            <a:rPr lang="mi-NZ" baseline="0" dirty="0"/>
            <a:t> </a:t>
          </a:r>
          <a:r>
            <a:rPr lang="mi-NZ" baseline="0" dirty="0" err="1"/>
            <a:t>the</a:t>
          </a:r>
          <a:r>
            <a:rPr lang="mi-NZ" baseline="0" dirty="0"/>
            <a:t> </a:t>
          </a:r>
          <a:r>
            <a:rPr lang="mi-NZ" baseline="0" dirty="0" err="1"/>
            <a:t>lowest</a:t>
          </a:r>
          <a:endParaRPr lang="mi-NZ" baseline="0" dirty="0"/>
        </a:p>
      </dgm:t>
    </dgm:pt>
    <dgm:pt modelId="{073AB931-0116-4E55-BE91-04035DF82587}" type="parTrans" cxnId="{AD95C142-D118-4783-A6B2-E2420F1A46B0}">
      <dgm:prSet/>
      <dgm:spPr/>
      <dgm:t>
        <a:bodyPr/>
        <a:lstStyle/>
        <a:p>
          <a:endParaRPr lang="en-NZ"/>
        </a:p>
      </dgm:t>
    </dgm:pt>
    <dgm:pt modelId="{3760893C-70B0-4790-80DC-CB4CBA5560D9}" type="sibTrans" cxnId="{AD95C142-D118-4783-A6B2-E2420F1A46B0}">
      <dgm:prSet/>
      <dgm:spPr/>
      <dgm:t>
        <a:bodyPr/>
        <a:lstStyle/>
        <a:p>
          <a:endParaRPr lang="en-NZ"/>
        </a:p>
      </dgm:t>
    </dgm:pt>
    <dgm:pt modelId="{DDC624B0-D548-4BBA-A1F4-8C1BFB7A2EBF}">
      <dgm:prSet/>
      <dgm:spPr/>
      <dgm:t>
        <a:bodyPr/>
        <a:lstStyle/>
        <a:p>
          <a:r>
            <a:rPr lang="mi-NZ" dirty="0"/>
            <a:t>H </a:t>
          </a:r>
          <a:r>
            <a:rPr lang="mi-NZ" dirty="0" err="1"/>
            <a:t>is</a:t>
          </a:r>
          <a:r>
            <a:rPr lang="mi-NZ" dirty="0"/>
            <a:t> more </a:t>
          </a:r>
          <a:r>
            <a:rPr lang="mi-NZ" dirty="0" err="1"/>
            <a:t>profitable</a:t>
          </a:r>
          <a:r>
            <a:rPr lang="mi-NZ" dirty="0"/>
            <a:t> </a:t>
          </a:r>
          <a:r>
            <a:rPr lang="mi-NZ" dirty="0" err="1"/>
            <a:t>than</a:t>
          </a:r>
          <a:r>
            <a:rPr lang="mi-NZ" dirty="0"/>
            <a:t> K</a:t>
          </a:r>
          <a:endParaRPr lang="en-NZ" dirty="0"/>
        </a:p>
      </dgm:t>
    </dgm:pt>
    <dgm:pt modelId="{C87E60AC-C176-4F61-8EA1-28570B4112AB}" type="parTrans" cxnId="{71D47E8F-E9E0-4097-BBE7-6065B5257599}">
      <dgm:prSet/>
      <dgm:spPr/>
      <dgm:t>
        <a:bodyPr/>
        <a:lstStyle/>
        <a:p>
          <a:endParaRPr lang="en-NZ"/>
        </a:p>
      </dgm:t>
    </dgm:pt>
    <dgm:pt modelId="{104C73B0-3239-41A3-9781-343255556994}" type="sibTrans" cxnId="{71D47E8F-E9E0-4097-BBE7-6065B5257599}">
      <dgm:prSet/>
      <dgm:spPr/>
      <dgm:t>
        <a:bodyPr/>
        <a:lstStyle/>
        <a:p>
          <a:endParaRPr lang="en-NZ"/>
        </a:p>
      </dgm:t>
    </dgm:pt>
    <dgm:pt modelId="{F0972FF3-F6E2-4CC8-A6BA-5E48FCCE3972}">
      <dgm:prSet/>
      <dgm:spPr/>
      <dgm:t>
        <a:bodyPr/>
        <a:lstStyle/>
        <a:p>
          <a:r>
            <a:rPr lang="mi-NZ" dirty="0" err="1"/>
            <a:t>Profit</a:t>
          </a:r>
          <a:r>
            <a:rPr lang="mi-NZ" dirty="0"/>
            <a:t> </a:t>
          </a:r>
          <a:r>
            <a:rPr lang="mi-NZ" dirty="0" err="1"/>
            <a:t>at</a:t>
          </a:r>
          <a:r>
            <a:rPr lang="mi-NZ" dirty="0"/>
            <a:t> G </a:t>
          </a:r>
          <a:r>
            <a:rPr lang="mi-NZ" dirty="0" err="1"/>
            <a:t>is</a:t>
          </a:r>
          <a:r>
            <a:rPr lang="mi-NZ" dirty="0"/>
            <a:t> 23 x $(6820-3777)</a:t>
          </a:r>
          <a:endParaRPr lang="en-NZ" dirty="0"/>
        </a:p>
      </dgm:t>
    </dgm:pt>
    <dgm:pt modelId="{C7EAE3B3-3F4A-407D-9F54-58CDD20C97AB}" type="parTrans" cxnId="{554A4BD9-C41E-417E-8CE6-0E3E8B9022BF}">
      <dgm:prSet/>
      <dgm:spPr/>
      <dgm:t>
        <a:bodyPr/>
        <a:lstStyle/>
        <a:p>
          <a:endParaRPr lang="en-NZ"/>
        </a:p>
      </dgm:t>
    </dgm:pt>
    <dgm:pt modelId="{C369FF20-BE66-463C-93C7-A49CDFA168F8}" type="sibTrans" cxnId="{554A4BD9-C41E-417E-8CE6-0E3E8B9022BF}">
      <dgm:prSet/>
      <dgm:spPr/>
      <dgm:t>
        <a:bodyPr/>
        <a:lstStyle/>
        <a:p>
          <a:endParaRPr lang="en-NZ"/>
        </a:p>
      </dgm:t>
    </dgm:pt>
    <dgm:pt modelId="{E269C079-2227-4DF1-B8BB-C8E99299FE48}" type="pres">
      <dgm:prSet presAssocID="{D8195381-0B2D-44AC-991C-B8754B5B6F70}" presName="linear" presStyleCnt="0">
        <dgm:presLayoutVars>
          <dgm:animLvl val="lvl"/>
          <dgm:resizeHandles val="exact"/>
        </dgm:presLayoutVars>
      </dgm:prSet>
      <dgm:spPr/>
    </dgm:pt>
    <dgm:pt modelId="{1AF973A3-22B7-45FF-BC53-8853CBD4AEDA}" type="pres">
      <dgm:prSet presAssocID="{17DC99BC-CCD6-4A8F-9667-13D55FA8419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ACE6992-007C-4E16-BF3C-D76E8F0497CA}" type="pres">
      <dgm:prSet presAssocID="{338F7265-8CA7-4830-935E-7DA45AF4C4B8}" presName="spacer" presStyleCnt="0"/>
      <dgm:spPr/>
    </dgm:pt>
    <dgm:pt modelId="{B3373A10-5908-4BF4-805F-2150B60B3F53}" type="pres">
      <dgm:prSet presAssocID="{8036D26B-B72E-4CCE-B38D-AB7169A1144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A2A4545-E2C3-4CEE-BE6A-A211C7A60FFD}" type="pres">
      <dgm:prSet presAssocID="{3760893C-70B0-4790-80DC-CB4CBA5560D9}" presName="spacer" presStyleCnt="0"/>
      <dgm:spPr/>
    </dgm:pt>
    <dgm:pt modelId="{6E68C33A-4FB2-47F4-AC4E-8AD88C3025BB}" type="pres">
      <dgm:prSet presAssocID="{DDC624B0-D548-4BBA-A1F4-8C1BFB7A2EB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D3AEFBC-4CF7-4521-958B-6FC473D435D6}" type="pres">
      <dgm:prSet presAssocID="{104C73B0-3239-41A3-9781-343255556994}" presName="spacer" presStyleCnt="0"/>
      <dgm:spPr/>
    </dgm:pt>
    <dgm:pt modelId="{EA7A4BEB-DE75-434A-A995-89CBAF694AE7}" type="pres">
      <dgm:prSet presAssocID="{F0972FF3-F6E2-4CC8-A6BA-5E48FCCE397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F551C23-950E-49E9-88C6-518B60738FEC}" type="presOf" srcId="{17DC99BC-CCD6-4A8F-9667-13D55FA8419C}" destId="{1AF973A3-22B7-45FF-BC53-8853CBD4AEDA}" srcOrd="0" destOrd="0" presId="urn:microsoft.com/office/officeart/2005/8/layout/vList2"/>
    <dgm:cxn modelId="{D0948F32-6CBD-4702-A766-3FDB438C3FA4}" type="presOf" srcId="{D8195381-0B2D-44AC-991C-B8754B5B6F70}" destId="{E269C079-2227-4DF1-B8BB-C8E99299FE48}" srcOrd="0" destOrd="0" presId="urn:microsoft.com/office/officeart/2005/8/layout/vList2"/>
    <dgm:cxn modelId="{AD95C142-D118-4783-A6B2-E2420F1A46B0}" srcId="{D8195381-0B2D-44AC-991C-B8754B5B6F70}" destId="{8036D26B-B72E-4CCE-B38D-AB7169A11449}" srcOrd="1" destOrd="0" parTransId="{073AB931-0116-4E55-BE91-04035DF82587}" sibTransId="{3760893C-70B0-4790-80DC-CB4CBA5560D9}"/>
    <dgm:cxn modelId="{93D7514F-27C9-4E63-B767-C12B782F082B}" type="presOf" srcId="{F0972FF3-F6E2-4CC8-A6BA-5E48FCCE3972}" destId="{EA7A4BEB-DE75-434A-A995-89CBAF694AE7}" srcOrd="0" destOrd="0" presId="urn:microsoft.com/office/officeart/2005/8/layout/vList2"/>
    <dgm:cxn modelId="{8FD9E27D-5E96-4B95-9CA4-68D92C559CF4}" type="presOf" srcId="{DDC624B0-D548-4BBA-A1F4-8C1BFB7A2EBF}" destId="{6E68C33A-4FB2-47F4-AC4E-8AD88C3025BB}" srcOrd="0" destOrd="0" presId="urn:microsoft.com/office/officeart/2005/8/layout/vList2"/>
    <dgm:cxn modelId="{71D47E8F-E9E0-4097-BBE7-6065B5257599}" srcId="{D8195381-0B2D-44AC-991C-B8754B5B6F70}" destId="{DDC624B0-D548-4BBA-A1F4-8C1BFB7A2EBF}" srcOrd="2" destOrd="0" parTransId="{C87E60AC-C176-4F61-8EA1-28570B4112AB}" sibTransId="{104C73B0-3239-41A3-9781-343255556994}"/>
    <dgm:cxn modelId="{E4A46CBE-56DC-4E45-8CC7-4A70EA696949}" srcId="{D8195381-0B2D-44AC-991C-B8754B5B6F70}" destId="{17DC99BC-CCD6-4A8F-9667-13D55FA8419C}" srcOrd="0" destOrd="0" parTransId="{94679FD0-77B2-4441-8608-3F3943CDF4EA}" sibTransId="{338F7265-8CA7-4830-935E-7DA45AF4C4B8}"/>
    <dgm:cxn modelId="{A03A8AC7-738F-42DD-8C40-788F837CB7F7}" type="presOf" srcId="{8036D26B-B72E-4CCE-B38D-AB7169A11449}" destId="{B3373A10-5908-4BF4-805F-2150B60B3F53}" srcOrd="0" destOrd="0" presId="urn:microsoft.com/office/officeart/2005/8/layout/vList2"/>
    <dgm:cxn modelId="{554A4BD9-C41E-417E-8CE6-0E3E8B9022BF}" srcId="{D8195381-0B2D-44AC-991C-B8754B5B6F70}" destId="{F0972FF3-F6E2-4CC8-A6BA-5E48FCCE3972}" srcOrd="3" destOrd="0" parTransId="{C7EAE3B3-3F4A-407D-9F54-58CDD20C97AB}" sibTransId="{C369FF20-BE66-463C-93C7-A49CDFA168F8}"/>
    <dgm:cxn modelId="{7996F5DE-75F4-423E-865D-597D096C5E10}" type="presParOf" srcId="{E269C079-2227-4DF1-B8BB-C8E99299FE48}" destId="{1AF973A3-22B7-45FF-BC53-8853CBD4AEDA}" srcOrd="0" destOrd="0" presId="urn:microsoft.com/office/officeart/2005/8/layout/vList2"/>
    <dgm:cxn modelId="{25213330-59D6-4384-AB32-4F9D088428E5}" type="presParOf" srcId="{E269C079-2227-4DF1-B8BB-C8E99299FE48}" destId="{EACE6992-007C-4E16-BF3C-D76E8F0497CA}" srcOrd="1" destOrd="0" presId="urn:microsoft.com/office/officeart/2005/8/layout/vList2"/>
    <dgm:cxn modelId="{FD7C503B-C326-4D9F-9009-8BF53532B23D}" type="presParOf" srcId="{E269C079-2227-4DF1-B8BB-C8E99299FE48}" destId="{B3373A10-5908-4BF4-805F-2150B60B3F53}" srcOrd="2" destOrd="0" presId="urn:microsoft.com/office/officeart/2005/8/layout/vList2"/>
    <dgm:cxn modelId="{815108E2-D411-4B99-A90C-817864BF0F8D}" type="presParOf" srcId="{E269C079-2227-4DF1-B8BB-C8E99299FE48}" destId="{6A2A4545-E2C3-4CEE-BE6A-A211C7A60FFD}" srcOrd="3" destOrd="0" presId="urn:microsoft.com/office/officeart/2005/8/layout/vList2"/>
    <dgm:cxn modelId="{5485CA9E-B115-4EA1-8CB6-02F8B0911E14}" type="presParOf" srcId="{E269C079-2227-4DF1-B8BB-C8E99299FE48}" destId="{6E68C33A-4FB2-47F4-AC4E-8AD88C3025BB}" srcOrd="4" destOrd="0" presId="urn:microsoft.com/office/officeart/2005/8/layout/vList2"/>
    <dgm:cxn modelId="{212330C7-3671-4C20-88C7-11CCC883C603}" type="presParOf" srcId="{E269C079-2227-4DF1-B8BB-C8E99299FE48}" destId="{8D3AEFBC-4CF7-4521-958B-6FC473D435D6}" srcOrd="5" destOrd="0" presId="urn:microsoft.com/office/officeart/2005/8/layout/vList2"/>
    <dgm:cxn modelId="{98E3781C-149D-49CB-9B50-FA2A8DB7D204}" type="presParOf" srcId="{E269C079-2227-4DF1-B8BB-C8E99299FE48}" destId="{EA7A4BEB-DE75-434A-A995-89CBAF694AE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DCF693FB-CEB0-49AB-A645-20EA6F35AEC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NZ"/>
        </a:p>
      </dgm:t>
    </dgm:pt>
    <dgm:pt modelId="{A0C23CE7-4C08-423C-83DB-B2B66F05816F}">
      <dgm:prSet/>
      <dgm:spPr/>
      <dgm:t>
        <a:bodyPr/>
        <a:lstStyle/>
        <a:p>
          <a:r>
            <a:rPr lang="mi-NZ"/>
            <a:t>By producing at E the firm maximises profit</a:t>
          </a:r>
          <a:endParaRPr lang="en-NZ"/>
        </a:p>
      </dgm:t>
    </dgm:pt>
    <dgm:pt modelId="{12824804-869F-4201-A0A2-08C8433005E7}" type="parTrans" cxnId="{43A4F919-9D1F-4EB0-A376-77C071D75378}">
      <dgm:prSet/>
      <dgm:spPr/>
      <dgm:t>
        <a:bodyPr/>
        <a:lstStyle/>
        <a:p>
          <a:endParaRPr lang="en-NZ"/>
        </a:p>
      </dgm:t>
    </dgm:pt>
    <dgm:pt modelId="{AA4A65FF-ADEB-4DDD-9954-CAB64E66CE6B}" type="sibTrans" cxnId="{43A4F919-9D1F-4EB0-A376-77C071D75378}">
      <dgm:prSet/>
      <dgm:spPr/>
      <dgm:t>
        <a:bodyPr/>
        <a:lstStyle/>
        <a:p>
          <a:endParaRPr lang="en-NZ"/>
        </a:p>
      </dgm:t>
    </dgm:pt>
    <dgm:pt modelId="{0FD25C09-29C9-4FE1-AA6A-F45704F35DDD}">
      <dgm:prSet/>
      <dgm:spPr/>
      <dgm:t>
        <a:bodyPr/>
        <a:lstStyle/>
        <a:p>
          <a:r>
            <a:rPr lang="mi-NZ"/>
            <a:t>This corresponds P*=$5440 and Q* = 32.</a:t>
          </a:r>
          <a:endParaRPr lang="en-NZ"/>
        </a:p>
      </dgm:t>
    </dgm:pt>
    <dgm:pt modelId="{06DD3C02-E124-4EF9-9196-FDB957B63FB4}" type="parTrans" cxnId="{0AAE80F1-2CA5-428A-BF25-828CD3BB3C77}">
      <dgm:prSet/>
      <dgm:spPr/>
      <dgm:t>
        <a:bodyPr/>
        <a:lstStyle/>
        <a:p>
          <a:endParaRPr lang="en-NZ"/>
        </a:p>
      </dgm:t>
    </dgm:pt>
    <dgm:pt modelId="{D5124224-D627-4E4B-B780-006DAE3D8C13}" type="sibTrans" cxnId="{0AAE80F1-2CA5-428A-BF25-828CD3BB3C77}">
      <dgm:prSet/>
      <dgm:spPr/>
      <dgm:t>
        <a:bodyPr/>
        <a:lstStyle/>
        <a:p>
          <a:endParaRPr lang="en-NZ"/>
        </a:p>
      </dgm:t>
    </dgm:pt>
    <dgm:pt modelId="{DE348B8E-1D17-45EF-AE09-F759CF35EB6F}">
      <dgm:prSet/>
      <dgm:spPr/>
      <dgm:t>
        <a:bodyPr/>
        <a:lstStyle/>
        <a:p>
          <a:r>
            <a:rPr lang="mi-NZ"/>
            <a:t>Profit is $63,360</a:t>
          </a:r>
          <a:endParaRPr lang="en-NZ"/>
        </a:p>
      </dgm:t>
    </dgm:pt>
    <dgm:pt modelId="{B3773D3D-C992-48B1-A9F8-07D27BCC5D3E}" type="parTrans" cxnId="{C3E972F0-C724-48A6-B88D-F07DB1A41827}">
      <dgm:prSet/>
      <dgm:spPr/>
      <dgm:t>
        <a:bodyPr/>
        <a:lstStyle/>
        <a:p>
          <a:endParaRPr lang="en-NZ"/>
        </a:p>
      </dgm:t>
    </dgm:pt>
    <dgm:pt modelId="{C6D18F1E-79FE-43EE-98B9-5BAB84CDAFD2}" type="sibTrans" cxnId="{C3E972F0-C724-48A6-B88D-F07DB1A41827}">
      <dgm:prSet/>
      <dgm:spPr/>
      <dgm:t>
        <a:bodyPr/>
        <a:lstStyle/>
        <a:p>
          <a:endParaRPr lang="en-NZ"/>
        </a:p>
      </dgm:t>
    </dgm:pt>
    <dgm:pt modelId="{255CE8A1-D2EB-425D-B81E-06769C94482B}" type="pres">
      <dgm:prSet presAssocID="{DCF693FB-CEB0-49AB-A645-20EA6F35AEC5}" presName="linear" presStyleCnt="0">
        <dgm:presLayoutVars>
          <dgm:animLvl val="lvl"/>
          <dgm:resizeHandles val="exact"/>
        </dgm:presLayoutVars>
      </dgm:prSet>
      <dgm:spPr/>
    </dgm:pt>
    <dgm:pt modelId="{E7BC270F-7634-4C63-866C-D821748D1650}" type="pres">
      <dgm:prSet presAssocID="{A0C23CE7-4C08-423C-83DB-B2B66F05816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7ECA218-E14E-444C-AD07-95A371683C12}" type="pres">
      <dgm:prSet presAssocID="{AA4A65FF-ADEB-4DDD-9954-CAB64E66CE6B}" presName="spacer" presStyleCnt="0"/>
      <dgm:spPr/>
    </dgm:pt>
    <dgm:pt modelId="{8B871FEE-0D30-4927-9BFB-5ECF43F7B320}" type="pres">
      <dgm:prSet presAssocID="{0FD25C09-29C9-4FE1-AA6A-F45704F35DD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713D4C0-FAA8-4DB6-B0F0-2B5567E7A06D}" type="pres">
      <dgm:prSet presAssocID="{D5124224-D627-4E4B-B780-006DAE3D8C13}" presName="spacer" presStyleCnt="0"/>
      <dgm:spPr/>
    </dgm:pt>
    <dgm:pt modelId="{4798388E-D8B2-44DE-B96B-56C67934E2BE}" type="pres">
      <dgm:prSet presAssocID="{DE348B8E-1D17-45EF-AE09-F759CF35EB6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6D5DD03-1D71-4983-BE6B-0CEB40BE8B0B}" type="presOf" srcId="{A0C23CE7-4C08-423C-83DB-B2B66F05816F}" destId="{E7BC270F-7634-4C63-866C-D821748D1650}" srcOrd="0" destOrd="0" presId="urn:microsoft.com/office/officeart/2005/8/layout/vList2"/>
    <dgm:cxn modelId="{43A4F919-9D1F-4EB0-A376-77C071D75378}" srcId="{DCF693FB-CEB0-49AB-A645-20EA6F35AEC5}" destId="{A0C23CE7-4C08-423C-83DB-B2B66F05816F}" srcOrd="0" destOrd="0" parTransId="{12824804-869F-4201-A0A2-08C8433005E7}" sibTransId="{AA4A65FF-ADEB-4DDD-9954-CAB64E66CE6B}"/>
    <dgm:cxn modelId="{9A6A5C1E-4093-46F6-81F0-C166AD84E61D}" type="presOf" srcId="{DCF693FB-CEB0-49AB-A645-20EA6F35AEC5}" destId="{255CE8A1-D2EB-425D-B81E-06769C94482B}" srcOrd="0" destOrd="0" presId="urn:microsoft.com/office/officeart/2005/8/layout/vList2"/>
    <dgm:cxn modelId="{39CC74E6-3C48-4BA0-AF64-1513600452DE}" type="presOf" srcId="{DE348B8E-1D17-45EF-AE09-F759CF35EB6F}" destId="{4798388E-D8B2-44DE-B96B-56C67934E2BE}" srcOrd="0" destOrd="0" presId="urn:microsoft.com/office/officeart/2005/8/layout/vList2"/>
    <dgm:cxn modelId="{44939CEA-22CD-4897-892A-C5B2A901110D}" type="presOf" srcId="{0FD25C09-29C9-4FE1-AA6A-F45704F35DDD}" destId="{8B871FEE-0D30-4927-9BFB-5ECF43F7B320}" srcOrd="0" destOrd="0" presId="urn:microsoft.com/office/officeart/2005/8/layout/vList2"/>
    <dgm:cxn modelId="{C3E972F0-C724-48A6-B88D-F07DB1A41827}" srcId="{DCF693FB-CEB0-49AB-A645-20EA6F35AEC5}" destId="{DE348B8E-1D17-45EF-AE09-F759CF35EB6F}" srcOrd="2" destOrd="0" parTransId="{B3773D3D-C992-48B1-A9F8-07D27BCC5D3E}" sibTransId="{C6D18F1E-79FE-43EE-98B9-5BAB84CDAFD2}"/>
    <dgm:cxn modelId="{0AAE80F1-2CA5-428A-BF25-828CD3BB3C77}" srcId="{DCF693FB-CEB0-49AB-A645-20EA6F35AEC5}" destId="{0FD25C09-29C9-4FE1-AA6A-F45704F35DDD}" srcOrd="1" destOrd="0" parTransId="{06DD3C02-E124-4EF9-9196-FDB957B63FB4}" sibTransId="{D5124224-D627-4E4B-B780-006DAE3D8C13}"/>
    <dgm:cxn modelId="{1BA7A13F-1069-49C4-BF15-EC3A2F71C746}" type="presParOf" srcId="{255CE8A1-D2EB-425D-B81E-06769C94482B}" destId="{E7BC270F-7634-4C63-866C-D821748D1650}" srcOrd="0" destOrd="0" presId="urn:microsoft.com/office/officeart/2005/8/layout/vList2"/>
    <dgm:cxn modelId="{D996EDEB-1CE4-40AF-97B4-78DCA86D1225}" type="presParOf" srcId="{255CE8A1-D2EB-425D-B81E-06769C94482B}" destId="{37ECA218-E14E-444C-AD07-95A371683C12}" srcOrd="1" destOrd="0" presId="urn:microsoft.com/office/officeart/2005/8/layout/vList2"/>
    <dgm:cxn modelId="{891367E4-F282-4AE4-82EA-15FE417CD8B7}" type="presParOf" srcId="{255CE8A1-D2EB-425D-B81E-06769C94482B}" destId="{8B871FEE-0D30-4927-9BFB-5ECF43F7B320}" srcOrd="2" destOrd="0" presId="urn:microsoft.com/office/officeart/2005/8/layout/vList2"/>
    <dgm:cxn modelId="{55E9E7AB-60B4-44E3-9A92-2F33F24C8C72}" type="presParOf" srcId="{255CE8A1-D2EB-425D-B81E-06769C94482B}" destId="{4713D4C0-FAA8-4DB6-B0F0-2B5567E7A06D}" srcOrd="3" destOrd="0" presId="urn:microsoft.com/office/officeart/2005/8/layout/vList2"/>
    <dgm:cxn modelId="{696EB1FE-8943-41FF-B2F2-98FF5A5BC468}" type="presParOf" srcId="{255CE8A1-D2EB-425D-B81E-06769C94482B}" destId="{4798388E-D8B2-44DE-B96B-56C67934E2B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A2D99D07-CBA0-4E21-87D5-B132938EE301}" type="doc">
      <dgm:prSet loTypeId="urn:microsoft.com/office/officeart/2005/8/layout/hList1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NZ"/>
        </a:p>
      </dgm:t>
    </dgm:pt>
    <dgm:pt modelId="{EB7C7189-D6F0-497B-8AA6-AA6EEE379FC9}">
      <dgm:prSet/>
      <dgm:spPr/>
      <dgm:t>
        <a:bodyPr/>
        <a:lstStyle/>
        <a:p>
          <a:r>
            <a:rPr lang="mi-NZ"/>
            <a:t>We can use the Marginal Revenue function to find the Profit Maximising point.</a:t>
          </a:r>
          <a:endParaRPr lang="en-NZ"/>
        </a:p>
      </dgm:t>
    </dgm:pt>
    <dgm:pt modelId="{04195696-1120-4F8F-B68B-5C98EC8D546D}" type="parTrans" cxnId="{FF5A7596-52D3-4DFF-A604-1BFB12F88DE9}">
      <dgm:prSet/>
      <dgm:spPr/>
      <dgm:t>
        <a:bodyPr/>
        <a:lstStyle/>
        <a:p>
          <a:endParaRPr lang="en-NZ"/>
        </a:p>
      </dgm:t>
    </dgm:pt>
    <dgm:pt modelId="{53880499-6FC2-4B26-9C99-EFED06EF2AB8}" type="sibTrans" cxnId="{FF5A7596-52D3-4DFF-A604-1BFB12F88DE9}">
      <dgm:prSet/>
      <dgm:spPr/>
      <dgm:t>
        <a:bodyPr/>
        <a:lstStyle/>
        <a:p>
          <a:endParaRPr lang="en-NZ"/>
        </a:p>
      </dgm:t>
    </dgm:pt>
    <dgm:pt modelId="{B8F058FA-E329-439E-90D3-0CB620A0A842}">
      <dgm:prSet/>
      <dgm:spPr/>
      <dgm:t>
        <a:bodyPr/>
        <a:lstStyle/>
        <a:p>
          <a:r>
            <a:rPr lang="mi-NZ"/>
            <a:t>Marginal Revenue (MR) is the</a:t>
          </a:r>
          <a:endParaRPr lang="en-NZ"/>
        </a:p>
      </dgm:t>
    </dgm:pt>
    <dgm:pt modelId="{666F2E13-2863-47B0-8505-AE91EA4FA9C3}" type="parTrans" cxnId="{D5CCBAFE-B82B-4079-8C77-9C7C5C800934}">
      <dgm:prSet/>
      <dgm:spPr/>
      <dgm:t>
        <a:bodyPr/>
        <a:lstStyle/>
        <a:p>
          <a:endParaRPr lang="en-NZ"/>
        </a:p>
      </dgm:t>
    </dgm:pt>
    <dgm:pt modelId="{1A9E96D7-77A0-4429-A5A5-F4827978EB39}" type="sibTrans" cxnId="{D5CCBAFE-B82B-4079-8C77-9C7C5C800934}">
      <dgm:prSet/>
      <dgm:spPr/>
      <dgm:t>
        <a:bodyPr/>
        <a:lstStyle/>
        <a:p>
          <a:endParaRPr lang="en-NZ"/>
        </a:p>
      </dgm:t>
    </dgm:pt>
    <dgm:pt modelId="{6CAF3B70-B967-4F46-BC35-7F4961AA6657}">
      <dgm:prSet/>
      <dgm:spPr/>
      <dgm:t>
        <a:bodyPr/>
        <a:lstStyle/>
        <a:p>
          <a:r>
            <a:rPr lang="mi-NZ"/>
            <a:t>Change in Total Revenue caused by</a:t>
          </a:r>
          <a:endParaRPr lang="en-NZ"/>
        </a:p>
      </dgm:t>
    </dgm:pt>
    <dgm:pt modelId="{615A4BB2-7374-474E-BD1C-8E0904DEB9B8}" type="parTrans" cxnId="{4904AF0C-1994-471F-AFBD-BFA7E137ABBF}">
      <dgm:prSet/>
      <dgm:spPr/>
      <dgm:t>
        <a:bodyPr/>
        <a:lstStyle/>
        <a:p>
          <a:endParaRPr lang="en-NZ"/>
        </a:p>
      </dgm:t>
    </dgm:pt>
    <dgm:pt modelId="{2DBAD104-6900-47CF-B1F7-111F47B4AD56}" type="sibTrans" cxnId="{4904AF0C-1994-471F-AFBD-BFA7E137ABBF}">
      <dgm:prSet/>
      <dgm:spPr/>
      <dgm:t>
        <a:bodyPr/>
        <a:lstStyle/>
        <a:p>
          <a:endParaRPr lang="en-NZ"/>
        </a:p>
      </dgm:t>
    </dgm:pt>
    <dgm:pt modelId="{DF061AAB-9A70-4524-A596-FD5B005D5390}">
      <dgm:prSet/>
      <dgm:spPr/>
      <dgm:t>
        <a:bodyPr/>
        <a:lstStyle/>
        <a:p>
          <a:r>
            <a:rPr lang="mi-NZ"/>
            <a:t>A change in sales by one unit.</a:t>
          </a:r>
          <a:endParaRPr lang="en-NZ"/>
        </a:p>
      </dgm:t>
    </dgm:pt>
    <dgm:pt modelId="{88619F9A-30F2-4421-ACBF-7A78291DB867}" type="parTrans" cxnId="{11147B1F-FD68-447C-A5D5-26D07E949F18}">
      <dgm:prSet/>
      <dgm:spPr/>
      <dgm:t>
        <a:bodyPr/>
        <a:lstStyle/>
        <a:p>
          <a:endParaRPr lang="en-NZ"/>
        </a:p>
      </dgm:t>
    </dgm:pt>
    <dgm:pt modelId="{E8A7688E-52DE-4187-B4A4-35F42747B769}" type="sibTrans" cxnId="{11147B1F-FD68-447C-A5D5-26D07E949F18}">
      <dgm:prSet/>
      <dgm:spPr/>
      <dgm:t>
        <a:bodyPr/>
        <a:lstStyle/>
        <a:p>
          <a:endParaRPr lang="en-NZ"/>
        </a:p>
      </dgm:t>
    </dgm:pt>
    <dgm:pt modelId="{0655A741-0AB0-4E18-B5AC-E3BF475C6616}" type="pres">
      <dgm:prSet presAssocID="{A2D99D07-CBA0-4E21-87D5-B132938EE301}" presName="Name0" presStyleCnt="0">
        <dgm:presLayoutVars>
          <dgm:dir/>
          <dgm:animLvl val="lvl"/>
          <dgm:resizeHandles val="exact"/>
        </dgm:presLayoutVars>
      </dgm:prSet>
      <dgm:spPr/>
    </dgm:pt>
    <dgm:pt modelId="{E67AAC69-BA20-4B2F-AAA4-2D3A163D9B86}" type="pres">
      <dgm:prSet presAssocID="{EB7C7189-D6F0-497B-8AA6-AA6EEE379FC9}" presName="composite" presStyleCnt="0"/>
      <dgm:spPr/>
    </dgm:pt>
    <dgm:pt modelId="{CA1C1EC4-2585-46A9-BBED-196B47133BC1}" type="pres">
      <dgm:prSet presAssocID="{EB7C7189-D6F0-497B-8AA6-AA6EEE379FC9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DF444636-0C6D-4E61-B08B-E79F6AAA5809}" type="pres">
      <dgm:prSet presAssocID="{EB7C7189-D6F0-497B-8AA6-AA6EEE379FC9}" presName="desTx" presStyleLbl="alignAccFollowNode1" presStyleIdx="0" presStyleCnt="2">
        <dgm:presLayoutVars>
          <dgm:bulletEnabled val="1"/>
        </dgm:presLayoutVars>
      </dgm:prSet>
      <dgm:spPr/>
    </dgm:pt>
    <dgm:pt modelId="{5EFC3D6A-D858-49C4-988E-C1CAB08F95A1}" type="pres">
      <dgm:prSet presAssocID="{53880499-6FC2-4B26-9C99-EFED06EF2AB8}" presName="space" presStyleCnt="0"/>
      <dgm:spPr/>
    </dgm:pt>
    <dgm:pt modelId="{C6D5386B-3C47-4E4B-AF67-1369736B5A28}" type="pres">
      <dgm:prSet presAssocID="{B8F058FA-E329-439E-90D3-0CB620A0A842}" presName="composite" presStyleCnt="0"/>
      <dgm:spPr/>
    </dgm:pt>
    <dgm:pt modelId="{E7D92928-ACE8-4713-9B13-59B6EB97C88A}" type="pres">
      <dgm:prSet presAssocID="{B8F058FA-E329-439E-90D3-0CB620A0A842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A59A60E0-7DC1-44B3-A39C-E09CADA13C32}" type="pres">
      <dgm:prSet presAssocID="{B8F058FA-E329-439E-90D3-0CB620A0A842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4904AF0C-1994-471F-AFBD-BFA7E137ABBF}" srcId="{B8F058FA-E329-439E-90D3-0CB620A0A842}" destId="{6CAF3B70-B967-4F46-BC35-7F4961AA6657}" srcOrd="0" destOrd="0" parTransId="{615A4BB2-7374-474E-BD1C-8E0904DEB9B8}" sibTransId="{2DBAD104-6900-47CF-B1F7-111F47B4AD56}"/>
    <dgm:cxn modelId="{33C8AD19-EF06-44BF-B97F-25D943BF4804}" type="presOf" srcId="{DF061AAB-9A70-4524-A596-FD5B005D5390}" destId="{A59A60E0-7DC1-44B3-A39C-E09CADA13C32}" srcOrd="0" destOrd="1" presId="urn:microsoft.com/office/officeart/2005/8/layout/hList1"/>
    <dgm:cxn modelId="{11147B1F-FD68-447C-A5D5-26D07E949F18}" srcId="{B8F058FA-E329-439E-90D3-0CB620A0A842}" destId="{DF061AAB-9A70-4524-A596-FD5B005D5390}" srcOrd="1" destOrd="0" parTransId="{88619F9A-30F2-4421-ACBF-7A78291DB867}" sibTransId="{E8A7688E-52DE-4187-B4A4-35F42747B769}"/>
    <dgm:cxn modelId="{97A9EE2A-47DF-4AE6-8138-DC8231BFB108}" type="presOf" srcId="{B8F058FA-E329-439E-90D3-0CB620A0A842}" destId="{E7D92928-ACE8-4713-9B13-59B6EB97C88A}" srcOrd="0" destOrd="0" presId="urn:microsoft.com/office/officeart/2005/8/layout/hList1"/>
    <dgm:cxn modelId="{7D2D982B-2F72-48AE-9C88-092AED30F2D9}" type="presOf" srcId="{EB7C7189-D6F0-497B-8AA6-AA6EEE379FC9}" destId="{CA1C1EC4-2585-46A9-BBED-196B47133BC1}" srcOrd="0" destOrd="0" presId="urn:microsoft.com/office/officeart/2005/8/layout/hList1"/>
    <dgm:cxn modelId="{9DB7DF30-9036-4754-B24B-16FF7DE6BC3C}" type="presOf" srcId="{A2D99D07-CBA0-4E21-87D5-B132938EE301}" destId="{0655A741-0AB0-4E18-B5AC-E3BF475C6616}" srcOrd="0" destOrd="0" presId="urn:microsoft.com/office/officeart/2005/8/layout/hList1"/>
    <dgm:cxn modelId="{76B88372-47FF-403E-A4D5-D24974201868}" type="presOf" srcId="{6CAF3B70-B967-4F46-BC35-7F4961AA6657}" destId="{A59A60E0-7DC1-44B3-A39C-E09CADA13C32}" srcOrd="0" destOrd="0" presId="urn:microsoft.com/office/officeart/2005/8/layout/hList1"/>
    <dgm:cxn modelId="{FF5A7596-52D3-4DFF-A604-1BFB12F88DE9}" srcId="{A2D99D07-CBA0-4E21-87D5-B132938EE301}" destId="{EB7C7189-D6F0-497B-8AA6-AA6EEE379FC9}" srcOrd="0" destOrd="0" parTransId="{04195696-1120-4F8F-B68B-5C98EC8D546D}" sibTransId="{53880499-6FC2-4B26-9C99-EFED06EF2AB8}"/>
    <dgm:cxn modelId="{D5CCBAFE-B82B-4079-8C77-9C7C5C800934}" srcId="{A2D99D07-CBA0-4E21-87D5-B132938EE301}" destId="{B8F058FA-E329-439E-90D3-0CB620A0A842}" srcOrd="1" destOrd="0" parTransId="{666F2E13-2863-47B0-8505-AE91EA4FA9C3}" sibTransId="{1A9E96D7-77A0-4429-A5A5-F4827978EB39}"/>
    <dgm:cxn modelId="{4861BD08-8655-4DD4-B2FB-D6FA638E2467}" type="presParOf" srcId="{0655A741-0AB0-4E18-B5AC-E3BF475C6616}" destId="{E67AAC69-BA20-4B2F-AAA4-2D3A163D9B86}" srcOrd="0" destOrd="0" presId="urn:microsoft.com/office/officeart/2005/8/layout/hList1"/>
    <dgm:cxn modelId="{6FED9B1A-F226-4D04-9471-0BFCBF7953D4}" type="presParOf" srcId="{E67AAC69-BA20-4B2F-AAA4-2D3A163D9B86}" destId="{CA1C1EC4-2585-46A9-BBED-196B47133BC1}" srcOrd="0" destOrd="0" presId="urn:microsoft.com/office/officeart/2005/8/layout/hList1"/>
    <dgm:cxn modelId="{742D93D5-9AC3-4859-913E-2513CE81F247}" type="presParOf" srcId="{E67AAC69-BA20-4B2F-AAA4-2D3A163D9B86}" destId="{DF444636-0C6D-4E61-B08B-E79F6AAA5809}" srcOrd="1" destOrd="0" presId="urn:microsoft.com/office/officeart/2005/8/layout/hList1"/>
    <dgm:cxn modelId="{64994820-5251-46AA-9180-F49DD9374C23}" type="presParOf" srcId="{0655A741-0AB0-4E18-B5AC-E3BF475C6616}" destId="{5EFC3D6A-D858-49C4-988E-C1CAB08F95A1}" srcOrd="1" destOrd="0" presId="urn:microsoft.com/office/officeart/2005/8/layout/hList1"/>
    <dgm:cxn modelId="{4AF4CC77-C305-4206-997C-4B1DC72FE1E3}" type="presParOf" srcId="{0655A741-0AB0-4E18-B5AC-E3BF475C6616}" destId="{C6D5386B-3C47-4E4B-AF67-1369736B5A28}" srcOrd="2" destOrd="0" presId="urn:microsoft.com/office/officeart/2005/8/layout/hList1"/>
    <dgm:cxn modelId="{D6720104-FA0A-460D-8778-5BEAADA5A837}" type="presParOf" srcId="{C6D5386B-3C47-4E4B-AF67-1369736B5A28}" destId="{E7D92928-ACE8-4713-9B13-59B6EB97C88A}" srcOrd="0" destOrd="0" presId="urn:microsoft.com/office/officeart/2005/8/layout/hList1"/>
    <dgm:cxn modelId="{7FB3F4E4-22FE-4E73-90AC-627B5D8148E8}" type="presParOf" srcId="{C6D5386B-3C47-4E4B-AF67-1369736B5A28}" destId="{A59A60E0-7DC1-44B3-A39C-E09CADA13C3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F78E71D9-9C9C-436B-8FBD-1DD527CAD1F4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NZ"/>
        </a:p>
      </dgm:t>
    </dgm:pt>
    <dgm:pt modelId="{CDEF9041-44F1-48D3-9579-EF67B3104664}">
      <dgm:prSet/>
      <dgm:spPr/>
      <dgm:t>
        <a:bodyPr/>
        <a:lstStyle/>
        <a:p>
          <a:r>
            <a:rPr lang="mi-NZ"/>
            <a:t>Total Revenue is PQ</a:t>
          </a:r>
          <a:endParaRPr lang="en-NZ"/>
        </a:p>
      </dgm:t>
    </dgm:pt>
    <dgm:pt modelId="{B5D952E4-734A-4E2C-AA5B-A03CFFF99D7D}" type="parTrans" cxnId="{1D5278EA-4D2E-4225-80DC-D31439710A07}">
      <dgm:prSet/>
      <dgm:spPr/>
      <dgm:t>
        <a:bodyPr/>
        <a:lstStyle/>
        <a:p>
          <a:endParaRPr lang="en-NZ"/>
        </a:p>
      </dgm:t>
    </dgm:pt>
    <dgm:pt modelId="{0D83A58C-C99E-4AFF-B5DC-3E982949DF5D}" type="sibTrans" cxnId="{1D5278EA-4D2E-4225-80DC-D31439710A07}">
      <dgm:prSet/>
      <dgm:spPr/>
      <dgm:t>
        <a:bodyPr/>
        <a:lstStyle/>
        <a:p>
          <a:endParaRPr lang="en-NZ"/>
        </a:p>
      </dgm:t>
    </dgm:pt>
    <dgm:pt modelId="{61E63FBF-0C44-4315-BF51-8FD541BEA298}">
      <dgm:prSet/>
      <dgm:spPr/>
      <dgm:t>
        <a:bodyPr/>
        <a:lstStyle/>
        <a:p>
          <a:r>
            <a:rPr lang="en-NZ"/>
            <a:t>Increasing quantity sold has two effects on revenue</a:t>
          </a:r>
        </a:p>
      </dgm:t>
    </dgm:pt>
    <dgm:pt modelId="{12258593-4BD8-4F74-894B-4511AB08F7E7}" type="parTrans" cxnId="{0AB0D9CB-66E2-4166-9347-09FF16BA9507}">
      <dgm:prSet/>
      <dgm:spPr/>
      <dgm:t>
        <a:bodyPr/>
        <a:lstStyle/>
        <a:p>
          <a:endParaRPr lang="en-NZ"/>
        </a:p>
      </dgm:t>
    </dgm:pt>
    <dgm:pt modelId="{1643AC7D-7AE8-4AFB-B318-BD90FD6AEAC7}" type="sibTrans" cxnId="{0AB0D9CB-66E2-4166-9347-09FF16BA9507}">
      <dgm:prSet/>
      <dgm:spPr/>
      <dgm:t>
        <a:bodyPr/>
        <a:lstStyle/>
        <a:p>
          <a:endParaRPr lang="en-NZ"/>
        </a:p>
      </dgm:t>
    </dgm:pt>
    <dgm:pt modelId="{6D4BF468-E2AF-450F-BAF3-0F1099E5135C}">
      <dgm:prSet/>
      <dgm:spPr/>
      <dgm:t>
        <a:bodyPr/>
        <a:lstStyle/>
        <a:p>
          <a:r>
            <a:rPr lang="en-NZ"/>
            <a:t>It increases because you sell more</a:t>
          </a:r>
        </a:p>
      </dgm:t>
    </dgm:pt>
    <dgm:pt modelId="{A484BD10-D6D6-48D0-8732-2D34133B2899}" type="parTrans" cxnId="{1B772791-47DE-4E8D-AF30-46ABBD83F52E}">
      <dgm:prSet/>
      <dgm:spPr/>
      <dgm:t>
        <a:bodyPr/>
        <a:lstStyle/>
        <a:p>
          <a:endParaRPr lang="en-NZ"/>
        </a:p>
      </dgm:t>
    </dgm:pt>
    <dgm:pt modelId="{8FF659C2-9CB3-49F3-9181-0F026862ADD5}" type="sibTrans" cxnId="{1B772791-47DE-4E8D-AF30-46ABBD83F52E}">
      <dgm:prSet/>
      <dgm:spPr/>
      <dgm:t>
        <a:bodyPr/>
        <a:lstStyle/>
        <a:p>
          <a:endParaRPr lang="en-NZ"/>
        </a:p>
      </dgm:t>
    </dgm:pt>
    <dgm:pt modelId="{9F871E60-CCEF-401A-BE74-46CEFA1DB861}">
      <dgm:prSet/>
      <dgm:spPr/>
      <dgm:t>
        <a:bodyPr/>
        <a:lstStyle/>
        <a:p>
          <a:r>
            <a:rPr lang="en-NZ" dirty="0"/>
            <a:t>It decreases because prices fall for all units sold</a:t>
          </a:r>
        </a:p>
      </dgm:t>
    </dgm:pt>
    <dgm:pt modelId="{9A566A7B-3A15-4691-A2B1-2C882C7FEC9B}" type="parTrans" cxnId="{AE6D61C1-B1AE-4FA2-B3BF-622A18EB7595}">
      <dgm:prSet/>
      <dgm:spPr/>
      <dgm:t>
        <a:bodyPr/>
        <a:lstStyle/>
        <a:p>
          <a:endParaRPr lang="en-NZ"/>
        </a:p>
      </dgm:t>
    </dgm:pt>
    <dgm:pt modelId="{8997FD82-7A72-43CB-89AA-5B439C769BD8}" type="sibTrans" cxnId="{AE6D61C1-B1AE-4FA2-B3BF-622A18EB7595}">
      <dgm:prSet/>
      <dgm:spPr/>
      <dgm:t>
        <a:bodyPr/>
        <a:lstStyle/>
        <a:p>
          <a:endParaRPr lang="en-NZ"/>
        </a:p>
      </dgm:t>
    </dgm:pt>
    <dgm:pt modelId="{62B0B5E9-9A30-4262-8A7B-A5004BDC1FCC}" type="pres">
      <dgm:prSet presAssocID="{F78E71D9-9C9C-436B-8FBD-1DD527CAD1F4}" presName="linearFlow" presStyleCnt="0">
        <dgm:presLayoutVars>
          <dgm:resizeHandles val="exact"/>
        </dgm:presLayoutVars>
      </dgm:prSet>
      <dgm:spPr/>
    </dgm:pt>
    <dgm:pt modelId="{4BDB1F08-8F9B-42E5-BE6B-D3F0E8EF9C02}" type="pres">
      <dgm:prSet presAssocID="{CDEF9041-44F1-48D3-9579-EF67B3104664}" presName="node" presStyleLbl="node1" presStyleIdx="0" presStyleCnt="2">
        <dgm:presLayoutVars>
          <dgm:bulletEnabled val="1"/>
        </dgm:presLayoutVars>
      </dgm:prSet>
      <dgm:spPr/>
    </dgm:pt>
    <dgm:pt modelId="{76A8FFF0-9E4C-41CE-9E7C-9D84BA129BB1}" type="pres">
      <dgm:prSet presAssocID="{0D83A58C-C99E-4AFF-B5DC-3E982949DF5D}" presName="sibTrans" presStyleLbl="sibTrans2D1" presStyleIdx="0" presStyleCnt="1"/>
      <dgm:spPr/>
    </dgm:pt>
    <dgm:pt modelId="{6E26B7CA-4643-457E-B8A4-747AFE661841}" type="pres">
      <dgm:prSet presAssocID="{0D83A58C-C99E-4AFF-B5DC-3E982949DF5D}" presName="connectorText" presStyleLbl="sibTrans2D1" presStyleIdx="0" presStyleCnt="1"/>
      <dgm:spPr/>
    </dgm:pt>
    <dgm:pt modelId="{41FDED4C-8F31-438A-8A9A-60A2E5330740}" type="pres">
      <dgm:prSet presAssocID="{61E63FBF-0C44-4315-BF51-8FD541BEA298}" presName="node" presStyleLbl="node1" presStyleIdx="1" presStyleCnt="2">
        <dgm:presLayoutVars>
          <dgm:bulletEnabled val="1"/>
        </dgm:presLayoutVars>
      </dgm:prSet>
      <dgm:spPr/>
    </dgm:pt>
  </dgm:ptLst>
  <dgm:cxnLst>
    <dgm:cxn modelId="{FC86EF0B-1CAB-4373-82BC-9AFCCDE6E021}" type="presOf" srcId="{6D4BF468-E2AF-450F-BAF3-0F1099E5135C}" destId="{41FDED4C-8F31-438A-8A9A-60A2E5330740}" srcOrd="0" destOrd="1" presId="urn:microsoft.com/office/officeart/2005/8/layout/process2"/>
    <dgm:cxn modelId="{E2961B31-496C-4400-AA10-B0D98D53F7BE}" type="presOf" srcId="{CDEF9041-44F1-48D3-9579-EF67B3104664}" destId="{4BDB1F08-8F9B-42E5-BE6B-D3F0E8EF9C02}" srcOrd="0" destOrd="0" presId="urn:microsoft.com/office/officeart/2005/8/layout/process2"/>
    <dgm:cxn modelId="{170AFF4E-5438-4BBD-B4D8-BE7BDBA907A2}" type="presOf" srcId="{0D83A58C-C99E-4AFF-B5DC-3E982949DF5D}" destId="{6E26B7CA-4643-457E-B8A4-747AFE661841}" srcOrd="1" destOrd="0" presId="urn:microsoft.com/office/officeart/2005/8/layout/process2"/>
    <dgm:cxn modelId="{1B772791-47DE-4E8D-AF30-46ABBD83F52E}" srcId="{61E63FBF-0C44-4315-BF51-8FD541BEA298}" destId="{6D4BF468-E2AF-450F-BAF3-0F1099E5135C}" srcOrd="0" destOrd="0" parTransId="{A484BD10-D6D6-48D0-8732-2D34133B2899}" sibTransId="{8FF659C2-9CB3-49F3-9181-0F026862ADD5}"/>
    <dgm:cxn modelId="{AE6D61C1-B1AE-4FA2-B3BF-622A18EB7595}" srcId="{61E63FBF-0C44-4315-BF51-8FD541BEA298}" destId="{9F871E60-CCEF-401A-BE74-46CEFA1DB861}" srcOrd="1" destOrd="0" parTransId="{9A566A7B-3A15-4691-A2B1-2C882C7FEC9B}" sibTransId="{8997FD82-7A72-43CB-89AA-5B439C769BD8}"/>
    <dgm:cxn modelId="{0AB0D9CB-66E2-4166-9347-09FF16BA9507}" srcId="{F78E71D9-9C9C-436B-8FBD-1DD527CAD1F4}" destId="{61E63FBF-0C44-4315-BF51-8FD541BEA298}" srcOrd="1" destOrd="0" parTransId="{12258593-4BD8-4F74-894B-4511AB08F7E7}" sibTransId="{1643AC7D-7AE8-4AFB-B318-BD90FD6AEAC7}"/>
    <dgm:cxn modelId="{31697ED3-E2BB-40C8-8931-F94726C5ED08}" type="presOf" srcId="{9F871E60-CCEF-401A-BE74-46CEFA1DB861}" destId="{41FDED4C-8F31-438A-8A9A-60A2E5330740}" srcOrd="0" destOrd="2" presId="urn:microsoft.com/office/officeart/2005/8/layout/process2"/>
    <dgm:cxn modelId="{A7D3BEE2-D214-4EED-9981-FA1038EB573D}" type="presOf" srcId="{F78E71D9-9C9C-436B-8FBD-1DD527CAD1F4}" destId="{62B0B5E9-9A30-4262-8A7B-A5004BDC1FCC}" srcOrd="0" destOrd="0" presId="urn:microsoft.com/office/officeart/2005/8/layout/process2"/>
    <dgm:cxn modelId="{7CA853EA-23DC-46AB-90C7-39D51E2141D4}" type="presOf" srcId="{0D83A58C-C99E-4AFF-B5DC-3E982949DF5D}" destId="{76A8FFF0-9E4C-41CE-9E7C-9D84BA129BB1}" srcOrd="0" destOrd="0" presId="urn:microsoft.com/office/officeart/2005/8/layout/process2"/>
    <dgm:cxn modelId="{1D5278EA-4D2E-4225-80DC-D31439710A07}" srcId="{F78E71D9-9C9C-436B-8FBD-1DD527CAD1F4}" destId="{CDEF9041-44F1-48D3-9579-EF67B3104664}" srcOrd="0" destOrd="0" parTransId="{B5D952E4-734A-4E2C-AA5B-A03CFFF99D7D}" sibTransId="{0D83A58C-C99E-4AFF-B5DC-3E982949DF5D}"/>
    <dgm:cxn modelId="{3D2A03FB-F661-47A2-82A2-65CCC1EBF4F9}" type="presOf" srcId="{61E63FBF-0C44-4315-BF51-8FD541BEA298}" destId="{41FDED4C-8F31-438A-8A9A-60A2E5330740}" srcOrd="0" destOrd="0" presId="urn:microsoft.com/office/officeart/2005/8/layout/process2"/>
    <dgm:cxn modelId="{2FECF404-5FBA-421B-B837-1B173B2B8C04}" type="presParOf" srcId="{62B0B5E9-9A30-4262-8A7B-A5004BDC1FCC}" destId="{4BDB1F08-8F9B-42E5-BE6B-D3F0E8EF9C02}" srcOrd="0" destOrd="0" presId="urn:microsoft.com/office/officeart/2005/8/layout/process2"/>
    <dgm:cxn modelId="{33D38B9E-0163-4F8A-8476-0BA9C4AB5070}" type="presParOf" srcId="{62B0B5E9-9A30-4262-8A7B-A5004BDC1FCC}" destId="{76A8FFF0-9E4C-41CE-9E7C-9D84BA129BB1}" srcOrd="1" destOrd="0" presId="urn:microsoft.com/office/officeart/2005/8/layout/process2"/>
    <dgm:cxn modelId="{66A21402-2DD4-456D-AB75-4C711558B584}" type="presParOf" srcId="{76A8FFF0-9E4C-41CE-9E7C-9D84BA129BB1}" destId="{6E26B7CA-4643-457E-B8A4-747AFE661841}" srcOrd="0" destOrd="0" presId="urn:microsoft.com/office/officeart/2005/8/layout/process2"/>
    <dgm:cxn modelId="{D11A7940-50E5-4BA4-9237-FF689FD89969}" type="presParOf" srcId="{62B0B5E9-9A30-4262-8A7B-A5004BDC1FCC}" destId="{41FDED4C-8F31-438A-8A9A-60A2E5330740}" srcOrd="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02492624-264F-467F-9807-3B8E07AA71E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Z"/>
        </a:p>
      </dgm:t>
    </dgm:pt>
    <dgm:pt modelId="{2ED6ACEA-32CB-4A11-91AC-C441DE98E7CF}">
      <dgm:prSet/>
      <dgm:spPr/>
      <dgm:t>
        <a:bodyPr/>
        <a:lstStyle/>
        <a:p>
          <a:r>
            <a:rPr lang="mi-NZ" dirty="0"/>
            <a:t>MR equals MC at point E (Q* = 32), the profit maximising point.</a:t>
          </a:r>
          <a:endParaRPr lang="en-NZ" dirty="0"/>
        </a:p>
      </dgm:t>
    </dgm:pt>
    <dgm:pt modelId="{36FAA978-D492-4F59-961E-4307ED0D6DE7}" type="parTrans" cxnId="{835875FF-55C7-44B3-BEB4-7B9AF6ACFFCD}">
      <dgm:prSet/>
      <dgm:spPr/>
      <dgm:t>
        <a:bodyPr/>
        <a:lstStyle/>
        <a:p>
          <a:endParaRPr lang="en-NZ"/>
        </a:p>
      </dgm:t>
    </dgm:pt>
    <dgm:pt modelId="{406E1E8E-C0F0-4BE1-9FBA-1A6F73B5EF8A}" type="sibTrans" cxnId="{835875FF-55C7-44B3-BEB4-7B9AF6ACFFCD}">
      <dgm:prSet/>
      <dgm:spPr/>
      <dgm:t>
        <a:bodyPr/>
        <a:lstStyle/>
        <a:p>
          <a:endParaRPr lang="en-NZ"/>
        </a:p>
      </dgm:t>
    </dgm:pt>
    <dgm:pt modelId="{96A92987-A707-422E-81A7-2CD081C928CF}">
      <dgm:prSet/>
      <dgm:spPr/>
      <dgm:t>
        <a:bodyPr/>
        <a:lstStyle/>
        <a:p>
          <a:r>
            <a:rPr lang="mi-NZ"/>
            <a:t>At quantities below E, the firm gives up profit</a:t>
          </a:r>
          <a:endParaRPr lang="en-NZ"/>
        </a:p>
      </dgm:t>
    </dgm:pt>
    <dgm:pt modelId="{E5CCF07C-7CB7-48A2-B9F3-7A6B9CC17A44}" type="parTrans" cxnId="{9CC0EF21-D1DE-488E-9889-7AA1E99B36AF}">
      <dgm:prSet/>
      <dgm:spPr/>
      <dgm:t>
        <a:bodyPr/>
        <a:lstStyle/>
        <a:p>
          <a:endParaRPr lang="en-NZ"/>
        </a:p>
      </dgm:t>
    </dgm:pt>
    <dgm:pt modelId="{1A063CC7-ECF3-4377-8AE4-0E8FFC84E3CC}" type="sibTrans" cxnId="{9CC0EF21-D1DE-488E-9889-7AA1E99B36AF}">
      <dgm:prSet/>
      <dgm:spPr/>
      <dgm:t>
        <a:bodyPr/>
        <a:lstStyle/>
        <a:p>
          <a:endParaRPr lang="en-NZ"/>
        </a:p>
      </dgm:t>
    </dgm:pt>
    <dgm:pt modelId="{E9CDF4EF-172A-443C-AD60-95D390531C25}">
      <dgm:prSet/>
      <dgm:spPr/>
      <dgm:t>
        <a:bodyPr/>
        <a:lstStyle/>
        <a:p>
          <a:r>
            <a:rPr lang="mi-NZ"/>
            <a:t>At quantities above E, each unit reduces total profit.</a:t>
          </a:r>
          <a:endParaRPr lang="en-NZ"/>
        </a:p>
      </dgm:t>
    </dgm:pt>
    <dgm:pt modelId="{10A13957-924B-4DAA-9BE1-3408500AC601}" type="parTrans" cxnId="{BE9DA08D-2682-4395-BF20-BD06033F3DB2}">
      <dgm:prSet/>
      <dgm:spPr/>
      <dgm:t>
        <a:bodyPr/>
        <a:lstStyle/>
        <a:p>
          <a:endParaRPr lang="en-NZ"/>
        </a:p>
      </dgm:t>
    </dgm:pt>
    <dgm:pt modelId="{A7B992D7-2CDA-4A55-8780-976AD165363C}" type="sibTrans" cxnId="{BE9DA08D-2682-4395-BF20-BD06033F3DB2}">
      <dgm:prSet/>
      <dgm:spPr/>
      <dgm:t>
        <a:bodyPr/>
        <a:lstStyle/>
        <a:p>
          <a:endParaRPr lang="en-NZ"/>
        </a:p>
      </dgm:t>
    </dgm:pt>
    <dgm:pt modelId="{75BF79AF-CCC1-4CA5-ADCB-12AB43FEABA2}" type="pres">
      <dgm:prSet presAssocID="{02492624-264F-467F-9807-3B8E07AA71E0}" presName="linear" presStyleCnt="0">
        <dgm:presLayoutVars>
          <dgm:animLvl val="lvl"/>
          <dgm:resizeHandles val="exact"/>
        </dgm:presLayoutVars>
      </dgm:prSet>
      <dgm:spPr/>
    </dgm:pt>
    <dgm:pt modelId="{CBCF45E6-0D2D-4237-9090-51378E5B45CA}" type="pres">
      <dgm:prSet presAssocID="{2ED6ACEA-32CB-4A11-91AC-C441DE98E7C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90305A3-5B19-4866-91F8-DAB11F3A990B}" type="pres">
      <dgm:prSet presAssocID="{406E1E8E-C0F0-4BE1-9FBA-1A6F73B5EF8A}" presName="spacer" presStyleCnt="0"/>
      <dgm:spPr/>
    </dgm:pt>
    <dgm:pt modelId="{81188532-EEBE-4927-90E9-7E3A3CBBA2CE}" type="pres">
      <dgm:prSet presAssocID="{96A92987-A707-422E-81A7-2CD081C928C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55B2083-E018-43B6-9D4F-FA446CC19FA8}" type="pres">
      <dgm:prSet presAssocID="{1A063CC7-ECF3-4377-8AE4-0E8FFC84E3CC}" presName="spacer" presStyleCnt="0"/>
      <dgm:spPr/>
    </dgm:pt>
    <dgm:pt modelId="{6B440C86-1A0E-4F52-B028-A6ED50F99C88}" type="pres">
      <dgm:prSet presAssocID="{E9CDF4EF-172A-443C-AD60-95D390531C2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CC0EF21-D1DE-488E-9889-7AA1E99B36AF}" srcId="{02492624-264F-467F-9807-3B8E07AA71E0}" destId="{96A92987-A707-422E-81A7-2CD081C928CF}" srcOrd="1" destOrd="0" parTransId="{E5CCF07C-7CB7-48A2-B9F3-7A6B9CC17A44}" sibTransId="{1A063CC7-ECF3-4377-8AE4-0E8FFC84E3CC}"/>
    <dgm:cxn modelId="{D1E65883-E90E-4AF7-8DA1-8FFC85236042}" type="presOf" srcId="{2ED6ACEA-32CB-4A11-91AC-C441DE98E7CF}" destId="{CBCF45E6-0D2D-4237-9090-51378E5B45CA}" srcOrd="0" destOrd="0" presId="urn:microsoft.com/office/officeart/2005/8/layout/vList2"/>
    <dgm:cxn modelId="{BE9DA08D-2682-4395-BF20-BD06033F3DB2}" srcId="{02492624-264F-467F-9807-3B8E07AA71E0}" destId="{E9CDF4EF-172A-443C-AD60-95D390531C25}" srcOrd="2" destOrd="0" parTransId="{10A13957-924B-4DAA-9BE1-3408500AC601}" sibTransId="{A7B992D7-2CDA-4A55-8780-976AD165363C}"/>
    <dgm:cxn modelId="{1BEDB49E-1543-490C-8D61-A792844E13D2}" type="presOf" srcId="{96A92987-A707-422E-81A7-2CD081C928CF}" destId="{81188532-EEBE-4927-90E9-7E3A3CBBA2CE}" srcOrd="0" destOrd="0" presId="urn:microsoft.com/office/officeart/2005/8/layout/vList2"/>
    <dgm:cxn modelId="{4135B6A7-16D7-47CB-9F87-596FEF9832DE}" type="presOf" srcId="{02492624-264F-467F-9807-3B8E07AA71E0}" destId="{75BF79AF-CCC1-4CA5-ADCB-12AB43FEABA2}" srcOrd="0" destOrd="0" presId="urn:microsoft.com/office/officeart/2005/8/layout/vList2"/>
    <dgm:cxn modelId="{BB10C0EB-981E-47BD-B9AF-1E70C2DC6228}" type="presOf" srcId="{E9CDF4EF-172A-443C-AD60-95D390531C25}" destId="{6B440C86-1A0E-4F52-B028-A6ED50F99C88}" srcOrd="0" destOrd="0" presId="urn:microsoft.com/office/officeart/2005/8/layout/vList2"/>
    <dgm:cxn modelId="{835875FF-55C7-44B3-BEB4-7B9AF6ACFFCD}" srcId="{02492624-264F-467F-9807-3B8E07AA71E0}" destId="{2ED6ACEA-32CB-4A11-91AC-C441DE98E7CF}" srcOrd="0" destOrd="0" parTransId="{36FAA978-D492-4F59-961E-4307ED0D6DE7}" sibTransId="{406E1E8E-C0F0-4BE1-9FBA-1A6F73B5EF8A}"/>
    <dgm:cxn modelId="{6FD641C0-3CC3-4B4A-A41B-9927524E5011}" type="presParOf" srcId="{75BF79AF-CCC1-4CA5-ADCB-12AB43FEABA2}" destId="{CBCF45E6-0D2D-4237-9090-51378E5B45CA}" srcOrd="0" destOrd="0" presId="urn:microsoft.com/office/officeart/2005/8/layout/vList2"/>
    <dgm:cxn modelId="{DCC977A9-0078-466D-B7BB-B72D1DAC2BD0}" type="presParOf" srcId="{75BF79AF-CCC1-4CA5-ADCB-12AB43FEABA2}" destId="{D90305A3-5B19-4866-91F8-DAB11F3A990B}" srcOrd="1" destOrd="0" presId="urn:microsoft.com/office/officeart/2005/8/layout/vList2"/>
    <dgm:cxn modelId="{D31EBA9E-E62E-4A95-9C02-B72976C6CC6A}" type="presParOf" srcId="{75BF79AF-CCC1-4CA5-ADCB-12AB43FEABA2}" destId="{81188532-EEBE-4927-90E9-7E3A3CBBA2CE}" srcOrd="2" destOrd="0" presId="urn:microsoft.com/office/officeart/2005/8/layout/vList2"/>
    <dgm:cxn modelId="{59CC2D09-C9D0-473F-A1F3-5BFC8064DCF2}" type="presParOf" srcId="{75BF79AF-CCC1-4CA5-ADCB-12AB43FEABA2}" destId="{555B2083-E018-43B6-9D4F-FA446CC19FA8}" srcOrd="3" destOrd="0" presId="urn:microsoft.com/office/officeart/2005/8/layout/vList2"/>
    <dgm:cxn modelId="{1A844106-2520-4872-98C7-D105B22DB332}" type="presParOf" srcId="{75BF79AF-CCC1-4CA5-ADCB-12AB43FEABA2}" destId="{6B440C86-1A0E-4F52-B028-A6ED50F99C8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D13FED42-8090-4A77-9E52-70A5C911AB5F}" type="doc">
      <dgm:prSet loTypeId="urn:microsoft.com/office/officeart/2005/8/layout/process2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NZ"/>
        </a:p>
      </dgm:t>
    </dgm:pt>
    <dgm:pt modelId="{4C5017B7-697E-429E-B552-A20D9F668314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mi-NZ"/>
            <a:t>MR equals MC at point E, the profit maximising point.</a:t>
          </a:r>
          <a:endParaRPr lang="en-NZ"/>
        </a:p>
      </dgm:t>
    </dgm:pt>
    <dgm:pt modelId="{367D22E7-6343-415F-A2B7-4E9125638157}" type="parTrans" cxnId="{FC9F4176-C917-4E7A-AF06-821265F4F0D2}">
      <dgm:prSet/>
      <dgm:spPr/>
      <dgm:t>
        <a:bodyPr/>
        <a:lstStyle/>
        <a:p>
          <a:endParaRPr lang="en-NZ"/>
        </a:p>
      </dgm:t>
    </dgm:pt>
    <dgm:pt modelId="{CB8ACEAD-F1F7-40EF-AF77-B512428A7B32}" type="sibTrans" cxnId="{FC9F4176-C917-4E7A-AF06-821265F4F0D2}">
      <dgm:prSet/>
      <dgm:spPr/>
      <dgm:t>
        <a:bodyPr/>
        <a:lstStyle/>
        <a:p>
          <a:endParaRPr lang="en-NZ"/>
        </a:p>
      </dgm:t>
    </dgm:pt>
    <dgm:pt modelId="{8BFA869E-49C4-418D-B194-DD84D72F47DF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mi-NZ" dirty="0" err="1"/>
            <a:t>At</a:t>
          </a:r>
          <a:r>
            <a:rPr lang="mi-NZ" dirty="0"/>
            <a:t> </a:t>
          </a:r>
          <a:r>
            <a:rPr lang="mi-NZ" dirty="0" err="1"/>
            <a:t>quantities</a:t>
          </a:r>
          <a:r>
            <a:rPr lang="mi-NZ" dirty="0"/>
            <a:t> </a:t>
          </a:r>
          <a:r>
            <a:rPr lang="mi-NZ" dirty="0" err="1"/>
            <a:t>below</a:t>
          </a:r>
          <a:r>
            <a:rPr lang="mi-NZ" dirty="0"/>
            <a:t> E, </a:t>
          </a:r>
          <a:r>
            <a:rPr lang="mi-NZ" dirty="0" err="1"/>
            <a:t>the</a:t>
          </a:r>
          <a:r>
            <a:rPr lang="mi-NZ" dirty="0"/>
            <a:t> </a:t>
          </a:r>
          <a:r>
            <a:rPr lang="mi-NZ" dirty="0" err="1"/>
            <a:t>firm</a:t>
          </a:r>
          <a:r>
            <a:rPr lang="mi-NZ" dirty="0"/>
            <a:t> </a:t>
          </a:r>
          <a:r>
            <a:rPr lang="mi-NZ" dirty="0" err="1"/>
            <a:t>gives</a:t>
          </a:r>
          <a:r>
            <a:rPr lang="mi-NZ" dirty="0"/>
            <a:t> </a:t>
          </a:r>
          <a:r>
            <a:rPr lang="mi-NZ" dirty="0" err="1"/>
            <a:t>up</a:t>
          </a:r>
          <a:r>
            <a:rPr lang="mi-NZ" dirty="0"/>
            <a:t> </a:t>
          </a:r>
          <a:r>
            <a:rPr lang="mi-NZ" dirty="0" err="1"/>
            <a:t>profit</a:t>
          </a:r>
          <a:endParaRPr lang="en-NZ" dirty="0"/>
        </a:p>
      </dgm:t>
    </dgm:pt>
    <dgm:pt modelId="{E77D6EAD-68F0-4B36-89C2-B5242BA06447}" type="parTrans" cxnId="{86C924F4-8BF6-4D00-BC73-EBCBA0BAD812}">
      <dgm:prSet/>
      <dgm:spPr/>
      <dgm:t>
        <a:bodyPr/>
        <a:lstStyle/>
        <a:p>
          <a:endParaRPr lang="en-NZ"/>
        </a:p>
      </dgm:t>
    </dgm:pt>
    <dgm:pt modelId="{F5B5C8DB-BB0A-4535-9356-EFA8EC744948}" type="sibTrans" cxnId="{86C924F4-8BF6-4D00-BC73-EBCBA0BAD812}">
      <dgm:prSet/>
      <dgm:spPr/>
      <dgm:t>
        <a:bodyPr/>
        <a:lstStyle/>
        <a:p>
          <a:endParaRPr lang="en-NZ"/>
        </a:p>
      </dgm:t>
    </dgm:pt>
    <dgm:pt modelId="{F74D185D-C18C-4F15-B3A1-5507EE65E5B5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mi-NZ" dirty="0" err="1"/>
            <a:t>At</a:t>
          </a:r>
          <a:r>
            <a:rPr lang="mi-NZ" dirty="0"/>
            <a:t> </a:t>
          </a:r>
          <a:r>
            <a:rPr lang="mi-NZ" dirty="0" err="1"/>
            <a:t>quantities</a:t>
          </a:r>
          <a:r>
            <a:rPr lang="mi-NZ" dirty="0"/>
            <a:t> </a:t>
          </a:r>
          <a:r>
            <a:rPr lang="mi-NZ" dirty="0" err="1"/>
            <a:t>above</a:t>
          </a:r>
          <a:r>
            <a:rPr lang="mi-NZ" dirty="0"/>
            <a:t> E, </a:t>
          </a:r>
          <a:r>
            <a:rPr lang="mi-NZ" dirty="0" err="1"/>
            <a:t>each</a:t>
          </a:r>
          <a:r>
            <a:rPr lang="mi-NZ" dirty="0"/>
            <a:t> </a:t>
          </a:r>
          <a:r>
            <a:rPr lang="mi-NZ" dirty="0" err="1"/>
            <a:t>unit</a:t>
          </a:r>
          <a:r>
            <a:rPr lang="mi-NZ" dirty="0"/>
            <a:t> </a:t>
          </a:r>
          <a:r>
            <a:rPr lang="mi-NZ" dirty="0" err="1"/>
            <a:t>reduces</a:t>
          </a:r>
          <a:r>
            <a:rPr lang="mi-NZ" dirty="0"/>
            <a:t> </a:t>
          </a:r>
          <a:r>
            <a:rPr lang="mi-NZ" dirty="0" err="1"/>
            <a:t>total</a:t>
          </a:r>
          <a:r>
            <a:rPr lang="mi-NZ" dirty="0"/>
            <a:t> </a:t>
          </a:r>
          <a:r>
            <a:rPr lang="mi-NZ" dirty="0" err="1"/>
            <a:t>profit</a:t>
          </a:r>
          <a:r>
            <a:rPr lang="mi-NZ" dirty="0"/>
            <a:t>.</a:t>
          </a:r>
          <a:endParaRPr lang="en-NZ" dirty="0"/>
        </a:p>
      </dgm:t>
    </dgm:pt>
    <dgm:pt modelId="{02693CB7-19E4-4B42-A910-0E8240332D19}" type="parTrans" cxnId="{B2703ED8-1484-40EC-9914-E36B9791FE1C}">
      <dgm:prSet/>
      <dgm:spPr/>
      <dgm:t>
        <a:bodyPr/>
        <a:lstStyle/>
        <a:p>
          <a:endParaRPr lang="en-NZ"/>
        </a:p>
      </dgm:t>
    </dgm:pt>
    <dgm:pt modelId="{8B6BDAD9-0DDF-430F-8F5C-44BD754AB503}" type="sibTrans" cxnId="{B2703ED8-1484-40EC-9914-E36B9791FE1C}">
      <dgm:prSet/>
      <dgm:spPr/>
      <dgm:t>
        <a:bodyPr/>
        <a:lstStyle/>
        <a:p>
          <a:endParaRPr lang="en-NZ"/>
        </a:p>
      </dgm:t>
    </dgm:pt>
    <dgm:pt modelId="{B9CB1358-A5C9-45B9-A295-61CCA86B61D4}" type="pres">
      <dgm:prSet presAssocID="{D13FED42-8090-4A77-9E52-70A5C911AB5F}" presName="linearFlow" presStyleCnt="0">
        <dgm:presLayoutVars>
          <dgm:resizeHandles val="exact"/>
        </dgm:presLayoutVars>
      </dgm:prSet>
      <dgm:spPr/>
    </dgm:pt>
    <dgm:pt modelId="{3ECF94C3-8602-47CF-B528-1453DC5B6399}" type="pres">
      <dgm:prSet presAssocID="{4C5017B7-697E-429E-B552-A20D9F668314}" presName="node" presStyleLbl="node1" presStyleIdx="0" presStyleCnt="3">
        <dgm:presLayoutVars>
          <dgm:bulletEnabled val="1"/>
        </dgm:presLayoutVars>
      </dgm:prSet>
      <dgm:spPr/>
    </dgm:pt>
    <dgm:pt modelId="{3AE57571-49F3-4463-BD63-FBCB61DE598B}" type="pres">
      <dgm:prSet presAssocID="{CB8ACEAD-F1F7-40EF-AF77-B512428A7B32}" presName="sibTrans" presStyleLbl="sibTrans2D1" presStyleIdx="0" presStyleCnt="2"/>
      <dgm:spPr/>
    </dgm:pt>
    <dgm:pt modelId="{EA8CD87D-9B2F-4D27-841F-EB7D4AFF2433}" type="pres">
      <dgm:prSet presAssocID="{CB8ACEAD-F1F7-40EF-AF77-B512428A7B32}" presName="connectorText" presStyleLbl="sibTrans2D1" presStyleIdx="0" presStyleCnt="2"/>
      <dgm:spPr/>
    </dgm:pt>
    <dgm:pt modelId="{F112C3C5-6EFF-406C-B7DF-BFAE6F083605}" type="pres">
      <dgm:prSet presAssocID="{8BFA869E-49C4-418D-B194-DD84D72F47DF}" presName="node" presStyleLbl="node1" presStyleIdx="1" presStyleCnt="3">
        <dgm:presLayoutVars>
          <dgm:bulletEnabled val="1"/>
        </dgm:presLayoutVars>
      </dgm:prSet>
      <dgm:spPr/>
    </dgm:pt>
    <dgm:pt modelId="{F531EBA9-5D4E-4C8C-BBE7-F5ECAF2EAE8E}" type="pres">
      <dgm:prSet presAssocID="{F5B5C8DB-BB0A-4535-9356-EFA8EC744948}" presName="sibTrans" presStyleLbl="sibTrans2D1" presStyleIdx="1" presStyleCnt="2"/>
      <dgm:spPr/>
    </dgm:pt>
    <dgm:pt modelId="{66782089-87DA-4C1B-B334-5F7201A28A93}" type="pres">
      <dgm:prSet presAssocID="{F5B5C8DB-BB0A-4535-9356-EFA8EC744948}" presName="connectorText" presStyleLbl="sibTrans2D1" presStyleIdx="1" presStyleCnt="2"/>
      <dgm:spPr/>
    </dgm:pt>
    <dgm:pt modelId="{E24EE63D-D025-4FE5-A898-B81249AF6EDD}" type="pres">
      <dgm:prSet presAssocID="{F74D185D-C18C-4F15-B3A1-5507EE65E5B5}" presName="node" presStyleLbl="node1" presStyleIdx="2" presStyleCnt="3">
        <dgm:presLayoutVars>
          <dgm:bulletEnabled val="1"/>
        </dgm:presLayoutVars>
      </dgm:prSet>
      <dgm:spPr/>
    </dgm:pt>
  </dgm:ptLst>
  <dgm:cxnLst>
    <dgm:cxn modelId="{A147F606-006E-43AF-8725-BDF0F5F53E61}" type="presOf" srcId="{4C5017B7-697E-429E-B552-A20D9F668314}" destId="{3ECF94C3-8602-47CF-B528-1453DC5B6399}" srcOrd="0" destOrd="0" presId="urn:microsoft.com/office/officeart/2005/8/layout/process2"/>
    <dgm:cxn modelId="{CB8F3007-19B5-4183-88D3-00792B68F436}" type="presOf" srcId="{F74D185D-C18C-4F15-B3A1-5507EE65E5B5}" destId="{E24EE63D-D025-4FE5-A898-B81249AF6EDD}" srcOrd="0" destOrd="0" presId="urn:microsoft.com/office/officeart/2005/8/layout/process2"/>
    <dgm:cxn modelId="{49B96810-325F-49C3-A408-582528F183D4}" type="presOf" srcId="{CB8ACEAD-F1F7-40EF-AF77-B512428A7B32}" destId="{EA8CD87D-9B2F-4D27-841F-EB7D4AFF2433}" srcOrd="1" destOrd="0" presId="urn:microsoft.com/office/officeart/2005/8/layout/process2"/>
    <dgm:cxn modelId="{B2821211-9FBF-46B1-8E07-4D8C04C8174A}" type="presOf" srcId="{CB8ACEAD-F1F7-40EF-AF77-B512428A7B32}" destId="{3AE57571-49F3-4463-BD63-FBCB61DE598B}" srcOrd="0" destOrd="0" presId="urn:microsoft.com/office/officeart/2005/8/layout/process2"/>
    <dgm:cxn modelId="{F27E0B3E-64F2-4FD4-B9C2-9B9DE5770278}" type="presOf" srcId="{F5B5C8DB-BB0A-4535-9356-EFA8EC744948}" destId="{F531EBA9-5D4E-4C8C-BBE7-F5ECAF2EAE8E}" srcOrd="0" destOrd="0" presId="urn:microsoft.com/office/officeart/2005/8/layout/process2"/>
    <dgm:cxn modelId="{046E174F-6D87-4AF5-872B-B44C4E4BF1DC}" type="presOf" srcId="{D13FED42-8090-4A77-9E52-70A5C911AB5F}" destId="{B9CB1358-A5C9-45B9-A295-61CCA86B61D4}" srcOrd="0" destOrd="0" presId="urn:microsoft.com/office/officeart/2005/8/layout/process2"/>
    <dgm:cxn modelId="{FC9F4176-C917-4E7A-AF06-821265F4F0D2}" srcId="{D13FED42-8090-4A77-9E52-70A5C911AB5F}" destId="{4C5017B7-697E-429E-B552-A20D9F668314}" srcOrd="0" destOrd="0" parTransId="{367D22E7-6343-415F-A2B7-4E9125638157}" sibTransId="{CB8ACEAD-F1F7-40EF-AF77-B512428A7B32}"/>
    <dgm:cxn modelId="{3EA851A4-4550-4B19-A830-13830814C1B2}" type="presOf" srcId="{8BFA869E-49C4-418D-B194-DD84D72F47DF}" destId="{F112C3C5-6EFF-406C-B7DF-BFAE6F083605}" srcOrd="0" destOrd="0" presId="urn:microsoft.com/office/officeart/2005/8/layout/process2"/>
    <dgm:cxn modelId="{B2703ED8-1484-40EC-9914-E36B9791FE1C}" srcId="{D13FED42-8090-4A77-9E52-70A5C911AB5F}" destId="{F74D185D-C18C-4F15-B3A1-5507EE65E5B5}" srcOrd="2" destOrd="0" parTransId="{02693CB7-19E4-4B42-A910-0E8240332D19}" sibTransId="{8B6BDAD9-0DDF-430F-8F5C-44BD754AB503}"/>
    <dgm:cxn modelId="{4EFB8CDF-82A4-49ED-8916-BD1075A61A91}" type="presOf" srcId="{F5B5C8DB-BB0A-4535-9356-EFA8EC744948}" destId="{66782089-87DA-4C1B-B334-5F7201A28A93}" srcOrd="1" destOrd="0" presId="urn:microsoft.com/office/officeart/2005/8/layout/process2"/>
    <dgm:cxn modelId="{86C924F4-8BF6-4D00-BC73-EBCBA0BAD812}" srcId="{D13FED42-8090-4A77-9E52-70A5C911AB5F}" destId="{8BFA869E-49C4-418D-B194-DD84D72F47DF}" srcOrd="1" destOrd="0" parTransId="{E77D6EAD-68F0-4B36-89C2-B5242BA06447}" sibTransId="{F5B5C8DB-BB0A-4535-9356-EFA8EC744948}"/>
    <dgm:cxn modelId="{B6361E84-3370-44CB-A681-ACE0BA9FC68D}" type="presParOf" srcId="{B9CB1358-A5C9-45B9-A295-61CCA86B61D4}" destId="{3ECF94C3-8602-47CF-B528-1453DC5B6399}" srcOrd="0" destOrd="0" presId="urn:microsoft.com/office/officeart/2005/8/layout/process2"/>
    <dgm:cxn modelId="{6B6C14F1-79B0-4A99-AF29-5E17D3202F97}" type="presParOf" srcId="{B9CB1358-A5C9-45B9-A295-61CCA86B61D4}" destId="{3AE57571-49F3-4463-BD63-FBCB61DE598B}" srcOrd="1" destOrd="0" presId="urn:microsoft.com/office/officeart/2005/8/layout/process2"/>
    <dgm:cxn modelId="{35E6DA23-5B65-4428-A0BB-63D1E283F88B}" type="presParOf" srcId="{3AE57571-49F3-4463-BD63-FBCB61DE598B}" destId="{EA8CD87D-9B2F-4D27-841F-EB7D4AFF2433}" srcOrd="0" destOrd="0" presId="urn:microsoft.com/office/officeart/2005/8/layout/process2"/>
    <dgm:cxn modelId="{0C930A89-1CFD-4DD9-A1D5-C8FAFE94A4E2}" type="presParOf" srcId="{B9CB1358-A5C9-45B9-A295-61CCA86B61D4}" destId="{F112C3C5-6EFF-406C-B7DF-BFAE6F083605}" srcOrd="2" destOrd="0" presId="urn:microsoft.com/office/officeart/2005/8/layout/process2"/>
    <dgm:cxn modelId="{5802CFA9-2899-44C4-BC71-6B4E1AD65ADD}" type="presParOf" srcId="{B9CB1358-A5C9-45B9-A295-61CCA86B61D4}" destId="{F531EBA9-5D4E-4C8C-BBE7-F5ECAF2EAE8E}" srcOrd="3" destOrd="0" presId="urn:microsoft.com/office/officeart/2005/8/layout/process2"/>
    <dgm:cxn modelId="{50DDFF08-4D4B-4760-962C-2645519EE5ED}" type="presParOf" srcId="{F531EBA9-5D4E-4C8C-BBE7-F5ECAF2EAE8E}" destId="{66782089-87DA-4C1B-B334-5F7201A28A93}" srcOrd="0" destOrd="0" presId="urn:microsoft.com/office/officeart/2005/8/layout/process2"/>
    <dgm:cxn modelId="{016FEB3D-45C7-41E6-8238-40E70E0FA515}" type="presParOf" srcId="{B9CB1358-A5C9-45B9-A295-61CCA86B61D4}" destId="{E24EE63D-D025-4FE5-A898-B81249AF6EDD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205BF6-B419-4033-8821-4FA6DA8D166B}">
      <dsp:nvSpPr>
        <dsp:cNvPr id="0" name=""/>
        <dsp:cNvSpPr/>
      </dsp:nvSpPr>
      <dsp:spPr>
        <a:xfrm>
          <a:off x="3153" y="1456769"/>
          <a:ext cx="1378691" cy="2068036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1700" kern="1200"/>
            <a:t>We observe that firm’s use different pricing and output strategies.</a:t>
          </a:r>
          <a:endParaRPr lang="en-NZ" sz="1700" kern="1200"/>
        </a:p>
      </dsp:txBody>
      <dsp:txXfrm>
        <a:off x="43533" y="1497149"/>
        <a:ext cx="1297931" cy="1987276"/>
      </dsp:txXfrm>
    </dsp:sp>
    <dsp:sp modelId="{9D20AB00-49FE-423B-BB14-CB32D477F657}">
      <dsp:nvSpPr>
        <dsp:cNvPr id="0" name=""/>
        <dsp:cNvSpPr/>
      </dsp:nvSpPr>
      <dsp:spPr>
        <a:xfrm>
          <a:off x="1519713" y="2319829"/>
          <a:ext cx="292282" cy="3419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1400" kern="1200"/>
        </a:p>
      </dsp:txBody>
      <dsp:txXfrm>
        <a:off x="1519713" y="2388212"/>
        <a:ext cx="204597" cy="205149"/>
      </dsp:txXfrm>
    </dsp:sp>
    <dsp:sp modelId="{F786F6D9-F1C2-4A9D-B06C-4BDA584D9D69}">
      <dsp:nvSpPr>
        <dsp:cNvPr id="0" name=""/>
        <dsp:cNvSpPr/>
      </dsp:nvSpPr>
      <dsp:spPr>
        <a:xfrm>
          <a:off x="1933320" y="1456769"/>
          <a:ext cx="1378691" cy="2068036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1700" kern="1200"/>
            <a:t>Firms also make decisions on advertising, innovation</a:t>
          </a:r>
          <a:endParaRPr lang="en-NZ" sz="1700" kern="1200"/>
        </a:p>
      </dsp:txBody>
      <dsp:txXfrm>
        <a:off x="1973700" y="1497149"/>
        <a:ext cx="1297931" cy="1987276"/>
      </dsp:txXfrm>
    </dsp:sp>
    <dsp:sp modelId="{3D0F8FE9-B06C-46A2-8F69-C1ED30BB0F1B}">
      <dsp:nvSpPr>
        <dsp:cNvPr id="0" name=""/>
        <dsp:cNvSpPr/>
      </dsp:nvSpPr>
      <dsp:spPr>
        <a:xfrm>
          <a:off x="3449880" y="2319829"/>
          <a:ext cx="292282" cy="3419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1400" kern="1200"/>
        </a:p>
      </dsp:txBody>
      <dsp:txXfrm>
        <a:off x="3449880" y="2388212"/>
        <a:ext cx="204597" cy="205149"/>
      </dsp:txXfrm>
    </dsp:sp>
    <dsp:sp modelId="{4DE1D5F4-1C60-439A-82E7-1CEFF729DCB0}">
      <dsp:nvSpPr>
        <dsp:cNvPr id="0" name=""/>
        <dsp:cNvSpPr/>
      </dsp:nvSpPr>
      <dsp:spPr>
        <a:xfrm>
          <a:off x="3863488" y="1456769"/>
          <a:ext cx="1378691" cy="2068036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1700" kern="1200" dirty="0" err="1"/>
            <a:t>We</a:t>
          </a:r>
          <a:r>
            <a:rPr lang="mi-NZ" sz="1700" kern="1200" dirty="0"/>
            <a:t> </a:t>
          </a:r>
          <a:r>
            <a:rPr lang="mi-NZ" sz="1700" kern="1200" dirty="0" err="1"/>
            <a:t>focus</a:t>
          </a:r>
          <a:r>
            <a:rPr lang="mi-NZ" sz="1700" kern="1200" dirty="0"/>
            <a:t> </a:t>
          </a:r>
          <a:r>
            <a:rPr lang="mi-NZ" sz="1700" kern="1200" dirty="0" err="1"/>
            <a:t>on</a:t>
          </a:r>
          <a:r>
            <a:rPr lang="mi-NZ" sz="1700" kern="1200" dirty="0"/>
            <a:t> </a:t>
          </a:r>
          <a:r>
            <a:rPr lang="mi-NZ" sz="1700" kern="1200" dirty="0" err="1"/>
            <a:t>the</a:t>
          </a:r>
          <a:r>
            <a:rPr lang="mi-NZ" sz="1700" kern="1200" dirty="0"/>
            <a:t> </a:t>
          </a:r>
          <a:r>
            <a:rPr lang="mi-NZ" sz="1700" kern="1200" dirty="0" err="1"/>
            <a:t>price</a:t>
          </a:r>
          <a:r>
            <a:rPr lang="mi-NZ" sz="1700" kern="1200" dirty="0"/>
            <a:t> and </a:t>
          </a:r>
          <a:r>
            <a:rPr lang="mi-NZ" sz="1700" kern="1200" dirty="0" err="1"/>
            <a:t>output</a:t>
          </a:r>
          <a:r>
            <a:rPr lang="mi-NZ" sz="1700" kern="1200" dirty="0"/>
            <a:t> </a:t>
          </a:r>
          <a:r>
            <a:rPr lang="mi-NZ" sz="1700" kern="1200" dirty="0" err="1"/>
            <a:t>decisions</a:t>
          </a:r>
          <a:r>
            <a:rPr lang="mi-NZ" sz="1700" kern="1200" dirty="0"/>
            <a:t> </a:t>
          </a:r>
          <a:r>
            <a:rPr lang="mi-NZ" sz="1700" kern="1200" dirty="0" err="1"/>
            <a:t>first</a:t>
          </a:r>
          <a:r>
            <a:rPr lang="mi-NZ" sz="1700" kern="1200" dirty="0"/>
            <a:t>.</a:t>
          </a:r>
          <a:endParaRPr lang="en-NZ" sz="1700" kern="1200" dirty="0"/>
        </a:p>
      </dsp:txBody>
      <dsp:txXfrm>
        <a:off x="3903868" y="1497149"/>
        <a:ext cx="1297931" cy="1987276"/>
      </dsp:txXfrm>
    </dsp:sp>
    <dsp:sp modelId="{185CF3C4-9E08-4F9E-B0A7-D746167B7CF7}">
      <dsp:nvSpPr>
        <dsp:cNvPr id="0" name=""/>
        <dsp:cNvSpPr/>
      </dsp:nvSpPr>
      <dsp:spPr>
        <a:xfrm>
          <a:off x="5380048" y="2319829"/>
          <a:ext cx="292282" cy="3419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1400" kern="1200"/>
        </a:p>
      </dsp:txBody>
      <dsp:txXfrm>
        <a:off x="5380048" y="2388212"/>
        <a:ext cx="204597" cy="205149"/>
      </dsp:txXfrm>
    </dsp:sp>
    <dsp:sp modelId="{AC6DDF46-C1B4-4BBF-863F-902F77FDED51}">
      <dsp:nvSpPr>
        <dsp:cNvPr id="0" name=""/>
        <dsp:cNvSpPr/>
      </dsp:nvSpPr>
      <dsp:spPr>
        <a:xfrm>
          <a:off x="5793655" y="1456769"/>
          <a:ext cx="1378691" cy="2068036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1700" kern="1200"/>
            <a:t>The goal is to identify the profit-maximising decisions</a:t>
          </a:r>
          <a:endParaRPr lang="en-NZ" sz="1700" kern="1200"/>
        </a:p>
      </dsp:txBody>
      <dsp:txXfrm>
        <a:off x="5834035" y="1497149"/>
        <a:ext cx="1297931" cy="19872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9DE509-14BE-4A1A-BA73-3FACF38ED406}">
      <dsp:nvSpPr>
        <dsp:cNvPr id="0" name=""/>
        <dsp:cNvSpPr/>
      </dsp:nvSpPr>
      <dsp:spPr>
        <a:xfrm>
          <a:off x="26" y="1372871"/>
          <a:ext cx="2520626" cy="99114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1600" kern="1200" dirty="0" err="1"/>
            <a:t>This</a:t>
          </a:r>
          <a:r>
            <a:rPr lang="mi-NZ" sz="1600" kern="1200" dirty="0"/>
            <a:t> </a:t>
          </a:r>
          <a:r>
            <a:rPr lang="mi-NZ" sz="1600" kern="1200" dirty="0" err="1"/>
            <a:t>section</a:t>
          </a:r>
          <a:r>
            <a:rPr lang="mi-NZ" sz="1600" kern="1200" dirty="0"/>
            <a:t> </a:t>
          </a:r>
          <a:r>
            <a:rPr lang="mi-NZ" sz="1600" kern="1200" dirty="0" err="1"/>
            <a:t>introduces</a:t>
          </a:r>
          <a:r>
            <a:rPr lang="mi-NZ" sz="1600" kern="1200" dirty="0"/>
            <a:t> </a:t>
          </a:r>
          <a:r>
            <a:rPr lang="mi-NZ" sz="1600" kern="1200" dirty="0" err="1"/>
            <a:t>two</a:t>
          </a:r>
          <a:r>
            <a:rPr lang="mi-NZ" sz="1600" kern="1200" dirty="0"/>
            <a:t> </a:t>
          </a:r>
          <a:r>
            <a:rPr lang="mi-NZ" sz="1600" kern="1200" dirty="0" err="1"/>
            <a:t>analytical</a:t>
          </a:r>
          <a:r>
            <a:rPr lang="mi-NZ" sz="1600" kern="1200" dirty="0"/>
            <a:t> </a:t>
          </a:r>
          <a:r>
            <a:rPr lang="mi-NZ" sz="1600" kern="1200" dirty="0" err="1"/>
            <a:t>tools</a:t>
          </a:r>
          <a:r>
            <a:rPr lang="mi-NZ" sz="1600" kern="1200" dirty="0"/>
            <a:t> to </a:t>
          </a:r>
          <a:r>
            <a:rPr lang="mi-NZ" sz="1600" kern="1200" dirty="0" err="1"/>
            <a:t>explain</a:t>
          </a:r>
          <a:r>
            <a:rPr lang="mi-NZ" sz="1600" kern="1200" dirty="0"/>
            <a:t> </a:t>
          </a:r>
          <a:r>
            <a:rPr lang="mi-NZ" sz="1600" kern="1200" dirty="0" err="1"/>
            <a:t>the</a:t>
          </a:r>
          <a:r>
            <a:rPr lang="mi-NZ" sz="1600" kern="1200" dirty="0"/>
            <a:t> </a:t>
          </a:r>
          <a:r>
            <a:rPr lang="mi-NZ" sz="1600" kern="1200" dirty="0" err="1"/>
            <a:t>pricing</a:t>
          </a:r>
          <a:r>
            <a:rPr lang="mi-NZ" sz="1600" kern="1200" dirty="0"/>
            <a:t> and </a:t>
          </a:r>
          <a:r>
            <a:rPr lang="mi-NZ" sz="1600" kern="1200" dirty="0" err="1"/>
            <a:t>output</a:t>
          </a:r>
          <a:r>
            <a:rPr lang="mi-NZ" sz="1600" kern="1200" dirty="0"/>
            <a:t> </a:t>
          </a:r>
          <a:r>
            <a:rPr lang="mi-NZ" sz="1600" kern="1200" dirty="0" err="1"/>
            <a:t>decision</a:t>
          </a:r>
          <a:r>
            <a:rPr lang="mi-NZ" sz="1600" kern="1200" dirty="0"/>
            <a:t>.</a:t>
          </a:r>
          <a:endParaRPr lang="en-NZ" sz="1600" kern="1200" dirty="0"/>
        </a:p>
      </dsp:txBody>
      <dsp:txXfrm>
        <a:off x="26" y="1372871"/>
        <a:ext cx="2520626" cy="991142"/>
      </dsp:txXfrm>
    </dsp:sp>
    <dsp:sp modelId="{C2737A9B-F42D-48BD-8B92-A8AFAA40F6E5}">
      <dsp:nvSpPr>
        <dsp:cNvPr id="0" name=""/>
        <dsp:cNvSpPr/>
      </dsp:nvSpPr>
      <dsp:spPr>
        <a:xfrm>
          <a:off x="26" y="2364014"/>
          <a:ext cx="2520626" cy="87840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/>
            <a:t>These are for firm selling differentiated product</a:t>
          </a:r>
        </a:p>
      </dsp:txBody>
      <dsp:txXfrm>
        <a:off x="26" y="2364014"/>
        <a:ext cx="2520626" cy="878400"/>
      </dsp:txXfrm>
    </dsp:sp>
    <dsp:sp modelId="{F9FCD0F8-527D-4089-92F1-36DABAB69D53}">
      <dsp:nvSpPr>
        <dsp:cNvPr id="0" name=""/>
        <dsp:cNvSpPr/>
      </dsp:nvSpPr>
      <dsp:spPr>
        <a:xfrm>
          <a:off x="2873540" y="1372871"/>
          <a:ext cx="2520626" cy="99114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1600" kern="1200"/>
            <a:t>These are </a:t>
          </a:r>
          <a:endParaRPr lang="en-NZ" sz="1600" kern="1200"/>
        </a:p>
      </dsp:txBody>
      <dsp:txXfrm>
        <a:off x="2873540" y="1372871"/>
        <a:ext cx="2520626" cy="991142"/>
      </dsp:txXfrm>
    </dsp:sp>
    <dsp:sp modelId="{E1F8B0F8-B1FE-4EC3-8703-497C96E23224}">
      <dsp:nvSpPr>
        <dsp:cNvPr id="0" name=""/>
        <dsp:cNvSpPr/>
      </dsp:nvSpPr>
      <dsp:spPr>
        <a:xfrm>
          <a:off x="2873540" y="2364014"/>
          <a:ext cx="2520626" cy="87840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mi-NZ" sz="1600" kern="1200"/>
            <a:t>The Demand Curve</a:t>
          </a:r>
          <a:endParaRPr lang="en-NZ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mi-NZ" sz="1600" kern="1200"/>
            <a:t>The Isoprofit Curve</a:t>
          </a:r>
          <a:endParaRPr lang="en-NZ" sz="1600" kern="1200"/>
        </a:p>
      </dsp:txBody>
      <dsp:txXfrm>
        <a:off x="2873540" y="2364014"/>
        <a:ext cx="2520626" cy="8784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1FB312-9D65-4A2E-952F-388F2DE59586}">
      <dsp:nvSpPr>
        <dsp:cNvPr id="0" name=""/>
        <dsp:cNvSpPr/>
      </dsp:nvSpPr>
      <dsp:spPr>
        <a:xfrm>
          <a:off x="2573206" y="1398164"/>
          <a:ext cx="5613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1374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39094" y="1440925"/>
        <a:ext cx="29598" cy="5919"/>
      </dsp:txXfrm>
    </dsp:sp>
    <dsp:sp modelId="{3F2E6296-63A9-4637-8323-248C1BD9622B}">
      <dsp:nvSpPr>
        <dsp:cNvPr id="0" name=""/>
        <dsp:cNvSpPr/>
      </dsp:nvSpPr>
      <dsp:spPr>
        <a:xfrm>
          <a:off x="1205" y="671744"/>
          <a:ext cx="2573801" cy="1544280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2800" kern="1200" dirty="0" err="1"/>
            <a:t>Profit</a:t>
          </a:r>
          <a:r>
            <a:rPr lang="mi-NZ" sz="2800" kern="1200" dirty="0"/>
            <a:t> = </a:t>
          </a:r>
          <a:r>
            <a:rPr lang="mi-NZ" sz="2800" kern="1200" dirty="0" err="1"/>
            <a:t>Total</a:t>
          </a:r>
          <a:r>
            <a:rPr lang="mi-NZ" sz="2800" kern="1200" dirty="0"/>
            <a:t> </a:t>
          </a:r>
          <a:r>
            <a:rPr lang="mi-NZ" sz="2800" kern="1200" dirty="0" err="1"/>
            <a:t>Revenue</a:t>
          </a:r>
          <a:r>
            <a:rPr lang="mi-NZ" sz="2800" kern="1200" dirty="0"/>
            <a:t>  – </a:t>
          </a:r>
          <a:r>
            <a:rPr lang="mi-NZ" sz="2800" kern="1200" dirty="0" err="1"/>
            <a:t>Total</a:t>
          </a:r>
          <a:r>
            <a:rPr lang="mi-NZ" sz="2800" kern="1200" dirty="0"/>
            <a:t> </a:t>
          </a:r>
          <a:r>
            <a:rPr lang="mi-NZ" sz="2800" kern="1200" dirty="0" err="1"/>
            <a:t>Cost</a:t>
          </a:r>
          <a:endParaRPr lang="en-US" sz="2800" kern="1200" dirty="0"/>
        </a:p>
      </dsp:txBody>
      <dsp:txXfrm>
        <a:off x="1205" y="671744"/>
        <a:ext cx="2573801" cy="1544280"/>
      </dsp:txXfrm>
    </dsp:sp>
    <dsp:sp modelId="{C720EE82-911C-4DF6-84F5-FEDCD7D0A752}">
      <dsp:nvSpPr>
        <dsp:cNvPr id="0" name=""/>
        <dsp:cNvSpPr/>
      </dsp:nvSpPr>
      <dsp:spPr>
        <a:xfrm>
          <a:off x="1288106" y="2214225"/>
          <a:ext cx="3165775" cy="561374"/>
        </a:xfrm>
        <a:custGeom>
          <a:avLst/>
          <a:gdLst/>
          <a:ahLst/>
          <a:cxnLst/>
          <a:rect l="0" t="0" r="0" b="0"/>
          <a:pathLst>
            <a:path>
              <a:moveTo>
                <a:pt x="3165775" y="0"/>
              </a:moveTo>
              <a:lnTo>
                <a:pt x="3165775" y="297787"/>
              </a:lnTo>
              <a:lnTo>
                <a:pt x="0" y="297787"/>
              </a:lnTo>
              <a:lnTo>
                <a:pt x="0" y="561374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90477" y="2491952"/>
        <a:ext cx="161032" cy="5919"/>
      </dsp:txXfrm>
    </dsp:sp>
    <dsp:sp modelId="{507F0936-A0C2-4899-B7DC-FF7DBBAD3B6C}">
      <dsp:nvSpPr>
        <dsp:cNvPr id="0" name=""/>
        <dsp:cNvSpPr/>
      </dsp:nvSpPr>
      <dsp:spPr>
        <a:xfrm>
          <a:off x="3166981" y="671744"/>
          <a:ext cx="2573801" cy="1544280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2800" kern="1200"/>
            <a:t>= TR - TC</a:t>
          </a:r>
          <a:endParaRPr lang="en-US" sz="2800" kern="1200"/>
        </a:p>
      </dsp:txBody>
      <dsp:txXfrm>
        <a:off x="3166981" y="671744"/>
        <a:ext cx="2573801" cy="1544280"/>
      </dsp:txXfrm>
    </dsp:sp>
    <dsp:sp modelId="{E4772FC2-9CE9-42B3-A198-CDDA677379A5}">
      <dsp:nvSpPr>
        <dsp:cNvPr id="0" name=""/>
        <dsp:cNvSpPr/>
      </dsp:nvSpPr>
      <dsp:spPr>
        <a:xfrm>
          <a:off x="2573206" y="3534420"/>
          <a:ext cx="5613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1374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39094" y="3577180"/>
        <a:ext cx="29598" cy="5919"/>
      </dsp:txXfrm>
    </dsp:sp>
    <dsp:sp modelId="{7424E4F3-37D5-488E-A9A3-DD9A8BEE8269}">
      <dsp:nvSpPr>
        <dsp:cNvPr id="0" name=""/>
        <dsp:cNvSpPr/>
      </dsp:nvSpPr>
      <dsp:spPr>
        <a:xfrm>
          <a:off x="1205" y="2807999"/>
          <a:ext cx="2573801" cy="1544280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2800" kern="1200"/>
            <a:t>= PQ – (unit-cost)Q</a:t>
          </a:r>
          <a:endParaRPr lang="en-US" sz="2800" kern="1200"/>
        </a:p>
      </dsp:txBody>
      <dsp:txXfrm>
        <a:off x="1205" y="2807999"/>
        <a:ext cx="2573801" cy="1544280"/>
      </dsp:txXfrm>
    </dsp:sp>
    <dsp:sp modelId="{D84B3512-5329-4243-941F-80FD9A3AF040}">
      <dsp:nvSpPr>
        <dsp:cNvPr id="0" name=""/>
        <dsp:cNvSpPr/>
      </dsp:nvSpPr>
      <dsp:spPr>
        <a:xfrm>
          <a:off x="3166981" y="2807999"/>
          <a:ext cx="2573801" cy="1544280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2800" i="1" kern="1200" dirty="0" err="1"/>
            <a:t>Assuming</a:t>
          </a:r>
          <a:r>
            <a:rPr lang="mi-NZ" sz="2800" i="1" kern="1200" dirty="0"/>
            <a:t> </a:t>
          </a:r>
          <a:r>
            <a:rPr lang="mi-NZ" sz="2800" i="1" kern="1200" dirty="0" err="1"/>
            <a:t>the</a:t>
          </a:r>
          <a:r>
            <a:rPr lang="mi-NZ" sz="2800" i="1" kern="1200" dirty="0"/>
            <a:t> </a:t>
          </a:r>
          <a:r>
            <a:rPr lang="mi-NZ" sz="2800" i="1" kern="1200" dirty="0" err="1"/>
            <a:t>costs</a:t>
          </a:r>
          <a:r>
            <a:rPr lang="mi-NZ" sz="2800" i="1" kern="1200" dirty="0"/>
            <a:t> are a </a:t>
          </a:r>
          <a:r>
            <a:rPr lang="mi-NZ" sz="2800" i="1" kern="1200" dirty="0" err="1"/>
            <a:t>constant</a:t>
          </a:r>
          <a:r>
            <a:rPr lang="mi-NZ" sz="2800" i="1" kern="1200" dirty="0"/>
            <a:t> </a:t>
          </a:r>
          <a:r>
            <a:rPr lang="mi-NZ" sz="2800" i="1" kern="1200" dirty="0" err="1"/>
            <a:t>unit</a:t>
          </a:r>
          <a:r>
            <a:rPr lang="mi-NZ" sz="2800" kern="1200" dirty="0"/>
            <a:t>. </a:t>
          </a:r>
          <a:endParaRPr lang="en-US" sz="2800" kern="1200" dirty="0"/>
        </a:p>
      </dsp:txBody>
      <dsp:txXfrm>
        <a:off x="3166981" y="2807999"/>
        <a:ext cx="2573801" cy="15442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E70A1E-BA45-498F-8358-D7C14FCC3ABA}">
      <dsp:nvSpPr>
        <dsp:cNvPr id="0" name=""/>
        <dsp:cNvSpPr/>
      </dsp:nvSpPr>
      <dsp:spPr>
        <a:xfrm>
          <a:off x="895" y="1090788"/>
          <a:ext cx="2433708" cy="2433708"/>
        </a:xfrm>
        <a:prstGeom prst="ellipse">
          <a:avLst/>
        </a:prstGeom>
        <a:solidFill>
          <a:schemeClr val="tx2">
            <a:lumMod val="20000"/>
            <a:lumOff val="8000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2100" kern="1200" dirty="0" err="1"/>
            <a:t>Given</a:t>
          </a:r>
          <a:r>
            <a:rPr lang="mi-NZ" sz="2100" kern="1200" dirty="0"/>
            <a:t> a </a:t>
          </a:r>
          <a:r>
            <a:rPr lang="mi-NZ" sz="2100" kern="1200" dirty="0" err="1"/>
            <a:t>unit</a:t>
          </a:r>
          <a:r>
            <a:rPr lang="mi-NZ" sz="2100" kern="1200" dirty="0"/>
            <a:t> </a:t>
          </a:r>
          <a:r>
            <a:rPr lang="mi-NZ" sz="2100" kern="1200" dirty="0" err="1"/>
            <a:t>cost</a:t>
          </a:r>
          <a:r>
            <a:rPr lang="mi-NZ" sz="2100" kern="1200" dirty="0"/>
            <a:t> </a:t>
          </a:r>
          <a:r>
            <a:rPr lang="mi-NZ" sz="2100" kern="1200" dirty="0" err="1"/>
            <a:t>of</a:t>
          </a:r>
          <a:r>
            <a:rPr lang="mi-NZ" sz="2100" kern="1200" dirty="0"/>
            <a:t> $2 </a:t>
          </a:r>
          <a:r>
            <a:rPr lang="mi-NZ" sz="2100" kern="1200" dirty="0" err="1"/>
            <a:t>per</a:t>
          </a:r>
          <a:r>
            <a:rPr lang="mi-NZ" sz="2100" kern="1200" dirty="0"/>
            <a:t> </a:t>
          </a:r>
          <a:r>
            <a:rPr lang="mi-NZ" sz="2100" kern="1200" dirty="0" err="1"/>
            <a:t>pound</a:t>
          </a:r>
          <a:r>
            <a:rPr lang="mi-NZ" sz="2100" kern="1200" dirty="0"/>
            <a:t>, </a:t>
          </a:r>
          <a:r>
            <a:rPr lang="mi-NZ" sz="2100" kern="1200" dirty="0" err="1"/>
            <a:t>the</a:t>
          </a:r>
          <a:r>
            <a:rPr lang="mi-NZ" sz="2100" kern="1200" dirty="0"/>
            <a:t> </a:t>
          </a:r>
          <a:r>
            <a:rPr lang="mi-NZ" sz="2100" kern="1200" dirty="0" err="1"/>
            <a:t>firm</a:t>
          </a:r>
          <a:r>
            <a:rPr lang="mi-NZ" sz="2100" kern="1200" dirty="0"/>
            <a:t> </a:t>
          </a:r>
          <a:r>
            <a:rPr lang="mi-NZ" sz="2100" kern="1200" dirty="0" err="1"/>
            <a:t>could</a:t>
          </a:r>
          <a:r>
            <a:rPr lang="mi-NZ" sz="2100" kern="1200" dirty="0"/>
            <a:t> make a </a:t>
          </a:r>
          <a:r>
            <a:rPr lang="mi-NZ" sz="2100" kern="1200" dirty="0" err="1"/>
            <a:t>profit</a:t>
          </a:r>
          <a:r>
            <a:rPr lang="mi-NZ" sz="2100" kern="1200" dirty="0"/>
            <a:t> </a:t>
          </a:r>
          <a:r>
            <a:rPr lang="mi-NZ" sz="2100" kern="1200" dirty="0" err="1"/>
            <a:t>of</a:t>
          </a:r>
          <a:r>
            <a:rPr lang="mi-NZ" sz="2100" kern="1200" dirty="0"/>
            <a:t> $60,000 </a:t>
          </a:r>
          <a:r>
            <a:rPr lang="mi-NZ" sz="2100" kern="1200" dirty="0" err="1"/>
            <a:t>by</a:t>
          </a:r>
          <a:endParaRPr lang="en-US" sz="2100" kern="1200" dirty="0"/>
        </a:p>
      </dsp:txBody>
      <dsp:txXfrm>
        <a:off x="357303" y="1447196"/>
        <a:ext cx="1720892" cy="1720892"/>
      </dsp:txXfrm>
    </dsp:sp>
    <dsp:sp modelId="{35AF5282-29FA-4B0B-BDED-78978E4BB7B9}">
      <dsp:nvSpPr>
        <dsp:cNvPr id="0" name=""/>
        <dsp:cNvSpPr/>
      </dsp:nvSpPr>
      <dsp:spPr>
        <a:xfrm rot="17909946">
          <a:off x="2186462" y="1635940"/>
          <a:ext cx="122566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25665" y="0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9EA6C0-7FB6-402D-9451-B4C6E9B8F530}">
      <dsp:nvSpPr>
        <dsp:cNvPr id="0" name=""/>
        <dsp:cNvSpPr/>
      </dsp:nvSpPr>
      <dsp:spPr>
        <a:xfrm>
          <a:off x="3091705" y="1097367"/>
          <a:ext cx="284466" cy="0"/>
        </a:xfrm>
        <a:prstGeom prst="line">
          <a:avLst/>
        </a:pr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646B84-7EA5-4948-9716-382215564A2C}">
      <dsp:nvSpPr>
        <dsp:cNvPr id="0" name=""/>
        <dsp:cNvSpPr/>
      </dsp:nvSpPr>
      <dsp:spPr>
        <a:xfrm>
          <a:off x="3376171" y="492230"/>
          <a:ext cx="2017125" cy="121027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2200" kern="1200"/>
            <a:t>Selling 60,000 units for $3</a:t>
          </a:r>
          <a:r>
            <a:rPr lang="en-NZ" sz="2200" kern="1200"/>
            <a:t> or</a:t>
          </a:r>
          <a:endParaRPr lang="en-US" sz="2200" kern="1200"/>
        </a:p>
      </dsp:txBody>
      <dsp:txXfrm>
        <a:off x="3376171" y="492230"/>
        <a:ext cx="2017125" cy="1210275"/>
      </dsp:txXfrm>
    </dsp:sp>
    <dsp:sp modelId="{BAF0B319-F46C-4C25-817B-567EF3F02AB1}">
      <dsp:nvSpPr>
        <dsp:cNvPr id="0" name=""/>
        <dsp:cNvSpPr/>
      </dsp:nvSpPr>
      <dsp:spPr>
        <a:xfrm>
          <a:off x="2506885" y="2307643"/>
          <a:ext cx="58482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84820" y="0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FDD9F7-CBCB-4B4B-BD9E-6D33F497BC08}">
      <dsp:nvSpPr>
        <dsp:cNvPr id="0" name=""/>
        <dsp:cNvSpPr/>
      </dsp:nvSpPr>
      <dsp:spPr>
        <a:xfrm>
          <a:off x="3091705" y="2307643"/>
          <a:ext cx="284466" cy="0"/>
        </a:xfrm>
        <a:prstGeom prst="line">
          <a:avLst/>
        </a:pr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AE4714-F814-49E0-862B-35FB1CE413AC}">
      <dsp:nvSpPr>
        <dsp:cNvPr id="0" name=""/>
        <dsp:cNvSpPr/>
      </dsp:nvSpPr>
      <dsp:spPr>
        <a:xfrm>
          <a:off x="3376171" y="1702505"/>
          <a:ext cx="2017125" cy="121027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200" kern="1200"/>
            <a:t>20,000 units for $5 or</a:t>
          </a:r>
          <a:endParaRPr lang="en-US" sz="2200" kern="1200"/>
        </a:p>
      </dsp:txBody>
      <dsp:txXfrm>
        <a:off x="3376171" y="1702505"/>
        <a:ext cx="2017125" cy="1210275"/>
      </dsp:txXfrm>
    </dsp:sp>
    <dsp:sp modelId="{35C65BF7-5819-49DF-A33D-41C048DEF043}">
      <dsp:nvSpPr>
        <dsp:cNvPr id="0" name=""/>
        <dsp:cNvSpPr/>
      </dsp:nvSpPr>
      <dsp:spPr>
        <a:xfrm rot="3690054">
          <a:off x="2186462" y="2979345"/>
          <a:ext cx="122566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25665" y="0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F45029-66D3-4084-AC95-9A4B182A771D}">
      <dsp:nvSpPr>
        <dsp:cNvPr id="0" name=""/>
        <dsp:cNvSpPr/>
      </dsp:nvSpPr>
      <dsp:spPr>
        <a:xfrm>
          <a:off x="3091705" y="3517918"/>
          <a:ext cx="284466" cy="0"/>
        </a:xfrm>
        <a:prstGeom prst="line">
          <a:avLst/>
        </a:pr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633189-946E-409B-89E0-A8498A1D8A4F}">
      <dsp:nvSpPr>
        <dsp:cNvPr id="0" name=""/>
        <dsp:cNvSpPr/>
      </dsp:nvSpPr>
      <dsp:spPr>
        <a:xfrm>
          <a:off x="3376171" y="2912780"/>
          <a:ext cx="2017125" cy="121027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200" kern="1200"/>
            <a:t>10,000 units for $8</a:t>
          </a:r>
          <a:endParaRPr lang="en-US" sz="2200" kern="1200"/>
        </a:p>
      </dsp:txBody>
      <dsp:txXfrm>
        <a:off x="3376171" y="2912780"/>
        <a:ext cx="2017125" cy="121027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A902B7-CB84-4DE3-AD52-B6BC57698999}">
      <dsp:nvSpPr>
        <dsp:cNvPr id="0" name=""/>
        <dsp:cNvSpPr/>
      </dsp:nvSpPr>
      <dsp:spPr>
        <a:xfrm>
          <a:off x="0" y="0"/>
          <a:ext cx="5805747" cy="207194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2600" kern="1200"/>
            <a:t>Isoprofit curves at different profit levels can be stacked on the same graph.</a:t>
          </a:r>
          <a:endParaRPr lang="en-NZ" sz="2600" kern="1200"/>
        </a:p>
      </dsp:txBody>
      <dsp:txXfrm>
        <a:off x="60685" y="60685"/>
        <a:ext cx="3664228" cy="1950577"/>
      </dsp:txXfrm>
    </dsp:sp>
    <dsp:sp modelId="{8AD67B43-3E3F-4152-BD80-6AE15C41E8B5}">
      <dsp:nvSpPr>
        <dsp:cNvPr id="0" name=""/>
        <dsp:cNvSpPr/>
      </dsp:nvSpPr>
      <dsp:spPr>
        <a:xfrm>
          <a:off x="1024543" y="2532379"/>
          <a:ext cx="5805747" cy="207194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2600" kern="1200"/>
            <a:t>Note that each curve represents a price-quantity pair that produces the </a:t>
          </a:r>
          <a:r>
            <a:rPr lang="mi-NZ" sz="2600" b="1" kern="1200"/>
            <a:t>same</a:t>
          </a:r>
          <a:r>
            <a:rPr lang="mi-NZ" sz="2600" kern="1200"/>
            <a:t> profit.</a:t>
          </a:r>
          <a:endParaRPr lang="en-NZ" sz="2600" kern="1200"/>
        </a:p>
      </dsp:txBody>
      <dsp:txXfrm>
        <a:off x="1085228" y="2593064"/>
        <a:ext cx="3313068" cy="1950577"/>
      </dsp:txXfrm>
    </dsp:sp>
    <dsp:sp modelId="{B6CD03AB-1A02-4835-8D22-D4DDED99F4EF}">
      <dsp:nvSpPr>
        <dsp:cNvPr id="0" name=""/>
        <dsp:cNvSpPr/>
      </dsp:nvSpPr>
      <dsp:spPr>
        <a:xfrm>
          <a:off x="4458981" y="1628780"/>
          <a:ext cx="1346765" cy="1346765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3600" kern="1200"/>
        </a:p>
      </dsp:txBody>
      <dsp:txXfrm>
        <a:off x="4762003" y="1628780"/>
        <a:ext cx="740721" cy="101344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9545EC-9028-45F5-83F3-4963951E7770}">
      <dsp:nvSpPr>
        <dsp:cNvPr id="0" name=""/>
        <dsp:cNvSpPr/>
      </dsp:nvSpPr>
      <dsp:spPr>
        <a:xfrm>
          <a:off x="0" y="0"/>
          <a:ext cx="4585064" cy="138458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100" kern="1200"/>
            <a:t>The firm increases its profits at a high price-quantity pair.</a:t>
          </a:r>
        </a:p>
      </dsp:txBody>
      <dsp:txXfrm>
        <a:off x="40553" y="40553"/>
        <a:ext cx="3090988" cy="1303479"/>
      </dsp:txXfrm>
    </dsp:sp>
    <dsp:sp modelId="{ED8365BC-7B67-4669-852E-9C60937B11BC}">
      <dsp:nvSpPr>
        <dsp:cNvPr id="0" name=""/>
        <dsp:cNvSpPr/>
      </dsp:nvSpPr>
      <dsp:spPr>
        <a:xfrm>
          <a:off x="404564" y="1615350"/>
          <a:ext cx="4585064" cy="138458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100" kern="1200"/>
            <a:t>The firm’s choice is limited by the demand curve</a:t>
          </a:r>
        </a:p>
      </dsp:txBody>
      <dsp:txXfrm>
        <a:off x="445117" y="1655903"/>
        <a:ext cx="3199412" cy="1303479"/>
      </dsp:txXfrm>
    </dsp:sp>
    <dsp:sp modelId="{1F6DD8FB-F8EE-48FE-A967-662FE190F9EB}">
      <dsp:nvSpPr>
        <dsp:cNvPr id="0" name=""/>
        <dsp:cNvSpPr/>
      </dsp:nvSpPr>
      <dsp:spPr>
        <a:xfrm>
          <a:off x="809128" y="3230700"/>
          <a:ext cx="4585064" cy="138458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100" kern="1200" dirty="0"/>
            <a:t>The best decision is to find a price-quantity output tangential to the demand curve</a:t>
          </a:r>
        </a:p>
      </dsp:txBody>
      <dsp:txXfrm>
        <a:off x="849681" y="3271253"/>
        <a:ext cx="3199412" cy="1303479"/>
      </dsp:txXfrm>
    </dsp:sp>
    <dsp:sp modelId="{88342650-B427-43AE-8006-4CD2B8739C20}">
      <dsp:nvSpPr>
        <dsp:cNvPr id="0" name=""/>
        <dsp:cNvSpPr/>
      </dsp:nvSpPr>
      <dsp:spPr>
        <a:xfrm>
          <a:off x="3685083" y="1049977"/>
          <a:ext cx="899980" cy="899980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3600" kern="1200"/>
        </a:p>
      </dsp:txBody>
      <dsp:txXfrm>
        <a:off x="3887578" y="1049977"/>
        <a:ext cx="494990" cy="677235"/>
      </dsp:txXfrm>
    </dsp:sp>
    <dsp:sp modelId="{2A4577F0-D3F4-4851-ADE3-55027945F3BF}">
      <dsp:nvSpPr>
        <dsp:cNvPr id="0" name=""/>
        <dsp:cNvSpPr/>
      </dsp:nvSpPr>
      <dsp:spPr>
        <a:xfrm>
          <a:off x="4089647" y="2656097"/>
          <a:ext cx="899980" cy="899980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3600" kern="1200"/>
        </a:p>
      </dsp:txBody>
      <dsp:txXfrm>
        <a:off x="4292142" y="2656097"/>
        <a:ext cx="494990" cy="67723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2A7C44-28DF-4CDB-A451-E962A221BBEA}">
      <dsp:nvSpPr>
        <dsp:cNvPr id="0" name=""/>
        <dsp:cNvSpPr/>
      </dsp:nvSpPr>
      <dsp:spPr>
        <a:xfrm>
          <a:off x="0" y="0"/>
          <a:ext cx="4572000" cy="1345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Only the area along and under the demand curve are feasible price-quantity pairs.</a:t>
          </a:r>
          <a:endParaRPr lang="en-NZ" sz="2500" kern="1200" dirty="0"/>
        </a:p>
      </dsp:txBody>
      <dsp:txXfrm>
        <a:off x="65682" y="65682"/>
        <a:ext cx="4440636" cy="121413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813641-0A9A-4E1E-8D88-CCF43BF764A6}">
      <dsp:nvSpPr>
        <dsp:cNvPr id="0" name=""/>
        <dsp:cNvSpPr/>
      </dsp:nvSpPr>
      <dsp:spPr>
        <a:xfrm>
          <a:off x="0" y="689385"/>
          <a:ext cx="5394193" cy="3236515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4200" kern="1200" dirty="0"/>
            <a:t>Only the point where the demand curve is tangent to the </a:t>
          </a:r>
          <a:r>
            <a:rPr lang="en-NZ" sz="4200" kern="1200" dirty="0" err="1"/>
            <a:t>isoprofit</a:t>
          </a:r>
          <a:r>
            <a:rPr lang="en-NZ" sz="4200" kern="1200" dirty="0"/>
            <a:t> curve will maximise profits</a:t>
          </a:r>
        </a:p>
      </dsp:txBody>
      <dsp:txXfrm>
        <a:off x="0" y="689385"/>
        <a:ext cx="5394193" cy="323651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3C8A76-D15C-4CFD-AF74-D77D305FDC08}">
      <dsp:nvSpPr>
        <dsp:cNvPr id="0" name=""/>
        <dsp:cNvSpPr/>
      </dsp:nvSpPr>
      <dsp:spPr>
        <a:xfrm>
          <a:off x="0" y="191400"/>
          <a:ext cx="3810000" cy="1684800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000" kern="1200" dirty="0"/>
            <a:t>If the firm’s price-quantity decision is under the demand curve, it can increase profits by increases prices and quantities.</a:t>
          </a:r>
        </a:p>
      </dsp:txBody>
      <dsp:txXfrm>
        <a:off x="82245" y="273645"/>
        <a:ext cx="3645510" cy="1520310"/>
      </dsp:txXfrm>
    </dsp:sp>
    <dsp:sp modelId="{914E4698-C225-4FA9-BF6C-507547DB0A9F}">
      <dsp:nvSpPr>
        <dsp:cNvPr id="0" name=""/>
        <dsp:cNvSpPr/>
      </dsp:nvSpPr>
      <dsp:spPr>
        <a:xfrm>
          <a:off x="0" y="1933800"/>
          <a:ext cx="3810000" cy="1684800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000" kern="1200" dirty="0"/>
            <a:t>If it is on the demand curve, but not at the tangency, it can increase profit by moving to highest </a:t>
          </a:r>
          <a:r>
            <a:rPr lang="en-NZ" sz="2000" kern="1200" dirty="0" err="1"/>
            <a:t>isoprofit</a:t>
          </a:r>
          <a:r>
            <a:rPr lang="en-NZ" sz="2000" kern="1200" dirty="0"/>
            <a:t> curve</a:t>
          </a:r>
        </a:p>
      </dsp:txBody>
      <dsp:txXfrm>
        <a:off x="82245" y="2016045"/>
        <a:ext cx="3645510" cy="152031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2B63D2-F8B3-43F4-816F-073B4F6D1EC0}">
      <dsp:nvSpPr>
        <dsp:cNvPr id="0" name=""/>
        <dsp:cNvSpPr/>
      </dsp:nvSpPr>
      <dsp:spPr>
        <a:xfrm>
          <a:off x="0" y="0"/>
          <a:ext cx="9067799" cy="17180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800" kern="1200"/>
            <a:t>We can plot the profit for each quantity level, using the isoprofit curve that crosses, or is tangent to, the demand curve.</a:t>
          </a:r>
        </a:p>
      </dsp:txBody>
      <dsp:txXfrm>
        <a:off x="50321" y="50321"/>
        <a:ext cx="7292037" cy="1617430"/>
      </dsp:txXfrm>
    </dsp:sp>
    <dsp:sp modelId="{F3FAA6A6-0DB0-4DCB-B2F3-78C1D157B169}">
      <dsp:nvSpPr>
        <dsp:cNvPr id="0" name=""/>
        <dsp:cNvSpPr/>
      </dsp:nvSpPr>
      <dsp:spPr>
        <a:xfrm>
          <a:off x="1600200" y="2099865"/>
          <a:ext cx="9067799" cy="17180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800" kern="1200"/>
            <a:t>By matching this demand curve to the profit curve, you can see profit is maximised at tangency</a:t>
          </a:r>
        </a:p>
      </dsp:txBody>
      <dsp:txXfrm>
        <a:off x="1650521" y="2150186"/>
        <a:ext cx="6250211" cy="1617430"/>
      </dsp:txXfrm>
    </dsp:sp>
    <dsp:sp modelId="{CACE7C2F-C7D6-4B1D-BD44-976DD7948DD3}">
      <dsp:nvSpPr>
        <dsp:cNvPr id="0" name=""/>
        <dsp:cNvSpPr/>
      </dsp:nvSpPr>
      <dsp:spPr>
        <a:xfrm>
          <a:off x="7951053" y="1350595"/>
          <a:ext cx="1116746" cy="1116746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3600" kern="1200"/>
        </a:p>
      </dsp:txBody>
      <dsp:txXfrm>
        <a:off x="8202321" y="1350595"/>
        <a:ext cx="614210" cy="84035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EB291A-EFAE-4F90-A816-FCC7E9B2401E}">
      <dsp:nvSpPr>
        <dsp:cNvPr id="0" name=""/>
        <dsp:cNvSpPr/>
      </dsp:nvSpPr>
      <dsp:spPr>
        <a:xfrm>
          <a:off x="1405" y="1747564"/>
          <a:ext cx="1887549" cy="9437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800" kern="1200" dirty="0"/>
            <a:t>Two Reasons</a:t>
          </a:r>
        </a:p>
      </dsp:txBody>
      <dsp:txXfrm>
        <a:off x="29047" y="1775206"/>
        <a:ext cx="1832265" cy="888490"/>
      </dsp:txXfrm>
    </dsp:sp>
    <dsp:sp modelId="{9C8C9AAB-DB80-49CD-A608-FA7BA963B80B}">
      <dsp:nvSpPr>
        <dsp:cNvPr id="0" name=""/>
        <dsp:cNvSpPr/>
      </dsp:nvSpPr>
      <dsp:spPr>
        <a:xfrm rot="18770822">
          <a:off x="1711338" y="1795398"/>
          <a:ext cx="1110252" cy="34101"/>
        </a:xfrm>
        <a:custGeom>
          <a:avLst/>
          <a:gdLst/>
          <a:ahLst/>
          <a:cxnLst/>
          <a:rect l="0" t="0" r="0" b="0"/>
          <a:pathLst>
            <a:path>
              <a:moveTo>
                <a:pt x="0" y="17050"/>
              </a:moveTo>
              <a:lnTo>
                <a:pt x="1110252" y="17050"/>
              </a:lnTo>
            </a:path>
          </a:pathLst>
        </a:custGeom>
        <a:noFill/>
        <a:ln w="63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500" kern="1200"/>
        </a:p>
      </dsp:txBody>
      <dsp:txXfrm>
        <a:off x="2238708" y="1784692"/>
        <a:ext cx="55512" cy="55512"/>
      </dsp:txXfrm>
    </dsp:sp>
    <dsp:sp modelId="{F05681F0-AD23-460B-AE2E-08E9B5223506}">
      <dsp:nvSpPr>
        <dsp:cNvPr id="0" name=""/>
        <dsp:cNvSpPr/>
      </dsp:nvSpPr>
      <dsp:spPr>
        <a:xfrm>
          <a:off x="2643975" y="933558"/>
          <a:ext cx="1887549" cy="9437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800" kern="1200" dirty="0"/>
            <a:t>Technological advantages</a:t>
          </a:r>
        </a:p>
      </dsp:txBody>
      <dsp:txXfrm>
        <a:off x="2671617" y="961200"/>
        <a:ext cx="1832265" cy="888490"/>
      </dsp:txXfrm>
    </dsp:sp>
    <dsp:sp modelId="{4904E246-6135-4CBA-B184-4EC7CE6AB56E}">
      <dsp:nvSpPr>
        <dsp:cNvPr id="0" name=""/>
        <dsp:cNvSpPr/>
      </dsp:nvSpPr>
      <dsp:spPr>
        <a:xfrm>
          <a:off x="4531524" y="1388395"/>
          <a:ext cx="755019" cy="34101"/>
        </a:xfrm>
        <a:custGeom>
          <a:avLst/>
          <a:gdLst/>
          <a:ahLst/>
          <a:cxnLst/>
          <a:rect l="0" t="0" r="0" b="0"/>
          <a:pathLst>
            <a:path>
              <a:moveTo>
                <a:pt x="0" y="17050"/>
              </a:moveTo>
              <a:lnTo>
                <a:pt x="755019" y="17050"/>
              </a:lnTo>
            </a:path>
          </a:pathLst>
        </a:custGeom>
        <a:noFill/>
        <a:ln w="63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500" kern="1200"/>
        </a:p>
      </dsp:txBody>
      <dsp:txXfrm>
        <a:off x="4890159" y="1386570"/>
        <a:ext cx="37750" cy="37750"/>
      </dsp:txXfrm>
    </dsp:sp>
    <dsp:sp modelId="{D7A33F50-7544-4144-9D53-3AA37643B45C}">
      <dsp:nvSpPr>
        <dsp:cNvPr id="0" name=""/>
        <dsp:cNvSpPr/>
      </dsp:nvSpPr>
      <dsp:spPr>
        <a:xfrm>
          <a:off x="5286544" y="933558"/>
          <a:ext cx="1887549" cy="9437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800" kern="1200" dirty="0"/>
            <a:t>Use fewer inputs per unit of output</a:t>
          </a:r>
        </a:p>
      </dsp:txBody>
      <dsp:txXfrm>
        <a:off x="5314186" y="961200"/>
        <a:ext cx="1832265" cy="888490"/>
      </dsp:txXfrm>
    </dsp:sp>
    <dsp:sp modelId="{75AFA862-2C02-4B33-80CE-421484462D3B}">
      <dsp:nvSpPr>
        <dsp:cNvPr id="0" name=""/>
        <dsp:cNvSpPr/>
      </dsp:nvSpPr>
      <dsp:spPr>
        <a:xfrm rot="2829178">
          <a:off x="1711338" y="2609404"/>
          <a:ext cx="1110252" cy="34101"/>
        </a:xfrm>
        <a:custGeom>
          <a:avLst/>
          <a:gdLst/>
          <a:ahLst/>
          <a:cxnLst/>
          <a:rect l="0" t="0" r="0" b="0"/>
          <a:pathLst>
            <a:path>
              <a:moveTo>
                <a:pt x="0" y="17050"/>
              </a:moveTo>
              <a:lnTo>
                <a:pt x="1110252" y="17050"/>
              </a:lnTo>
            </a:path>
          </a:pathLst>
        </a:custGeom>
        <a:noFill/>
        <a:ln w="63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500" kern="1200"/>
        </a:p>
      </dsp:txBody>
      <dsp:txXfrm>
        <a:off x="2238708" y="2598698"/>
        <a:ext cx="55512" cy="55512"/>
      </dsp:txXfrm>
    </dsp:sp>
    <dsp:sp modelId="{23E682C9-9523-444C-9E8E-187446BCF129}">
      <dsp:nvSpPr>
        <dsp:cNvPr id="0" name=""/>
        <dsp:cNvSpPr/>
      </dsp:nvSpPr>
      <dsp:spPr>
        <a:xfrm>
          <a:off x="2643975" y="2561570"/>
          <a:ext cx="1887549" cy="9437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800" kern="1200" dirty="0"/>
            <a:t>Cost advantages</a:t>
          </a:r>
        </a:p>
      </dsp:txBody>
      <dsp:txXfrm>
        <a:off x="2671617" y="2589212"/>
        <a:ext cx="1832265" cy="888490"/>
      </dsp:txXfrm>
    </dsp:sp>
    <dsp:sp modelId="{4ADFA0B7-0E53-4360-BE09-30C518FB5F92}">
      <dsp:nvSpPr>
        <dsp:cNvPr id="0" name=""/>
        <dsp:cNvSpPr/>
      </dsp:nvSpPr>
      <dsp:spPr>
        <a:xfrm rot="19457599">
          <a:off x="4444129" y="2745072"/>
          <a:ext cx="929809" cy="34101"/>
        </a:xfrm>
        <a:custGeom>
          <a:avLst/>
          <a:gdLst/>
          <a:ahLst/>
          <a:cxnLst/>
          <a:rect l="0" t="0" r="0" b="0"/>
          <a:pathLst>
            <a:path>
              <a:moveTo>
                <a:pt x="0" y="17050"/>
              </a:moveTo>
              <a:lnTo>
                <a:pt x="929809" y="17050"/>
              </a:lnTo>
            </a:path>
          </a:pathLst>
        </a:custGeom>
        <a:noFill/>
        <a:ln w="63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500" kern="1200"/>
        </a:p>
      </dsp:txBody>
      <dsp:txXfrm>
        <a:off x="4885789" y="2738877"/>
        <a:ext cx="46490" cy="46490"/>
      </dsp:txXfrm>
    </dsp:sp>
    <dsp:sp modelId="{7E0D1376-6F18-48F8-A8B5-3309882FC4C5}">
      <dsp:nvSpPr>
        <dsp:cNvPr id="0" name=""/>
        <dsp:cNvSpPr/>
      </dsp:nvSpPr>
      <dsp:spPr>
        <a:xfrm>
          <a:off x="5286544" y="2018900"/>
          <a:ext cx="1887549" cy="9437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800" kern="1200" dirty="0"/>
            <a:t>Fixed costs have smaller impacts</a:t>
          </a:r>
        </a:p>
      </dsp:txBody>
      <dsp:txXfrm>
        <a:off x="5314186" y="2046542"/>
        <a:ext cx="1832265" cy="888490"/>
      </dsp:txXfrm>
    </dsp:sp>
    <dsp:sp modelId="{234CC577-DA8A-42CF-B214-8CF9DE3B3967}">
      <dsp:nvSpPr>
        <dsp:cNvPr id="0" name=""/>
        <dsp:cNvSpPr/>
      </dsp:nvSpPr>
      <dsp:spPr>
        <a:xfrm rot="2142401">
          <a:off x="4444129" y="3287742"/>
          <a:ext cx="929809" cy="34101"/>
        </a:xfrm>
        <a:custGeom>
          <a:avLst/>
          <a:gdLst/>
          <a:ahLst/>
          <a:cxnLst/>
          <a:rect l="0" t="0" r="0" b="0"/>
          <a:pathLst>
            <a:path>
              <a:moveTo>
                <a:pt x="0" y="17050"/>
              </a:moveTo>
              <a:lnTo>
                <a:pt x="929809" y="17050"/>
              </a:lnTo>
            </a:path>
          </a:pathLst>
        </a:custGeom>
        <a:noFill/>
        <a:ln w="63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500" kern="1200"/>
        </a:p>
      </dsp:txBody>
      <dsp:txXfrm>
        <a:off x="4885789" y="3281548"/>
        <a:ext cx="46490" cy="46490"/>
      </dsp:txXfrm>
    </dsp:sp>
    <dsp:sp modelId="{4F53C891-C08C-4205-831D-EE71256CFCB1}">
      <dsp:nvSpPr>
        <dsp:cNvPr id="0" name=""/>
        <dsp:cNvSpPr/>
      </dsp:nvSpPr>
      <dsp:spPr>
        <a:xfrm>
          <a:off x="5286544" y="3104241"/>
          <a:ext cx="1887549" cy="9437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800" kern="1200" dirty="0"/>
            <a:t>Large firm has more bargaining power</a:t>
          </a:r>
        </a:p>
      </dsp:txBody>
      <dsp:txXfrm>
        <a:off x="5314186" y="3131883"/>
        <a:ext cx="1832265" cy="88849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F9AC27-D834-4F7F-A5F0-37F41E180908}">
      <dsp:nvSpPr>
        <dsp:cNvPr id="0" name=""/>
        <dsp:cNvSpPr/>
      </dsp:nvSpPr>
      <dsp:spPr>
        <a:xfrm>
          <a:off x="3333" y="60571"/>
          <a:ext cx="3250406" cy="8831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500" kern="1200" dirty="0"/>
            <a:t>Economies of Scale</a:t>
          </a:r>
        </a:p>
      </dsp:txBody>
      <dsp:txXfrm>
        <a:off x="3333" y="60571"/>
        <a:ext cx="3250406" cy="883170"/>
      </dsp:txXfrm>
    </dsp:sp>
    <dsp:sp modelId="{7683BAED-A5B5-46D6-BF70-C94C1ED7C6F9}">
      <dsp:nvSpPr>
        <dsp:cNvPr id="0" name=""/>
        <dsp:cNvSpPr/>
      </dsp:nvSpPr>
      <dsp:spPr>
        <a:xfrm>
          <a:off x="3333" y="943741"/>
          <a:ext cx="3250406" cy="28136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500" kern="1200" dirty="0"/>
            <a:t>Proportionate increase in output is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500" b="1" kern="1200" dirty="0"/>
            <a:t>greater</a:t>
          </a:r>
          <a:r>
            <a:rPr lang="en-NZ" sz="2500" kern="1200" dirty="0"/>
            <a:t> than increase in inputs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500" kern="1200" dirty="0"/>
            <a:t>Also Increasing returns to scale</a:t>
          </a:r>
        </a:p>
      </dsp:txBody>
      <dsp:txXfrm>
        <a:off x="3333" y="943741"/>
        <a:ext cx="3250406" cy="2813625"/>
      </dsp:txXfrm>
    </dsp:sp>
    <dsp:sp modelId="{92F316CF-DEC5-4BB6-A3C3-7679D90FA73E}">
      <dsp:nvSpPr>
        <dsp:cNvPr id="0" name=""/>
        <dsp:cNvSpPr/>
      </dsp:nvSpPr>
      <dsp:spPr>
        <a:xfrm>
          <a:off x="3708796" y="60571"/>
          <a:ext cx="3250406" cy="8831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500" kern="1200" dirty="0"/>
            <a:t>Diseconomies of Scale</a:t>
          </a:r>
        </a:p>
      </dsp:txBody>
      <dsp:txXfrm>
        <a:off x="3708796" y="60571"/>
        <a:ext cx="3250406" cy="883170"/>
      </dsp:txXfrm>
    </dsp:sp>
    <dsp:sp modelId="{A25EBE9E-A6CB-4405-B4E4-B766D8E8355E}">
      <dsp:nvSpPr>
        <dsp:cNvPr id="0" name=""/>
        <dsp:cNvSpPr/>
      </dsp:nvSpPr>
      <dsp:spPr>
        <a:xfrm>
          <a:off x="3708796" y="943741"/>
          <a:ext cx="3250406" cy="28136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500" kern="1200" dirty="0"/>
            <a:t>Proportionate increase in output is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500" b="1" kern="1200" dirty="0"/>
            <a:t>less</a:t>
          </a:r>
          <a:r>
            <a:rPr lang="en-NZ" sz="2500" kern="1200" dirty="0"/>
            <a:t> than increase in inputs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500" kern="1200" dirty="0"/>
            <a:t>Also Decreasing returns to scale</a:t>
          </a:r>
        </a:p>
      </dsp:txBody>
      <dsp:txXfrm>
        <a:off x="3708796" y="943741"/>
        <a:ext cx="3250406" cy="2813625"/>
      </dsp:txXfrm>
    </dsp:sp>
    <dsp:sp modelId="{6868BE6B-9ADF-4135-8077-3ACBE430C93D}">
      <dsp:nvSpPr>
        <dsp:cNvPr id="0" name=""/>
        <dsp:cNvSpPr/>
      </dsp:nvSpPr>
      <dsp:spPr>
        <a:xfrm>
          <a:off x="7414260" y="60571"/>
          <a:ext cx="3250406" cy="8831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500" kern="1200" dirty="0"/>
            <a:t>Constant Returns to Scale</a:t>
          </a:r>
        </a:p>
      </dsp:txBody>
      <dsp:txXfrm>
        <a:off x="7414260" y="60571"/>
        <a:ext cx="3250406" cy="883170"/>
      </dsp:txXfrm>
    </dsp:sp>
    <dsp:sp modelId="{E2B831D9-2981-4393-B6D4-D984F52AAFA1}">
      <dsp:nvSpPr>
        <dsp:cNvPr id="0" name=""/>
        <dsp:cNvSpPr/>
      </dsp:nvSpPr>
      <dsp:spPr>
        <a:xfrm>
          <a:off x="7414260" y="943741"/>
          <a:ext cx="3250406" cy="28136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500" kern="1200" dirty="0"/>
            <a:t>Proportionate increase in output is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500" b="1" kern="1200" dirty="0"/>
            <a:t>equal</a:t>
          </a:r>
          <a:r>
            <a:rPr lang="en-NZ" sz="2500" kern="1200" dirty="0"/>
            <a:t> to the increase in inputs</a:t>
          </a:r>
        </a:p>
      </dsp:txBody>
      <dsp:txXfrm>
        <a:off x="7414260" y="943741"/>
        <a:ext cx="3250406" cy="281362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76881E-08A6-450A-BB02-C8A9CADB8BD7}">
      <dsp:nvSpPr>
        <dsp:cNvPr id="0" name=""/>
        <dsp:cNvSpPr/>
      </dsp:nvSpPr>
      <dsp:spPr>
        <a:xfrm>
          <a:off x="2083" y="575989"/>
          <a:ext cx="4443263" cy="26659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3000" kern="1200"/>
            <a:t>Diseconomies- coordination and management problems with large firms.</a:t>
          </a:r>
        </a:p>
      </dsp:txBody>
      <dsp:txXfrm>
        <a:off x="80166" y="654072"/>
        <a:ext cx="4287097" cy="2509792"/>
      </dsp:txXfrm>
    </dsp:sp>
    <dsp:sp modelId="{7FB5A34E-5072-4B1A-AC45-F63F692F8751}">
      <dsp:nvSpPr>
        <dsp:cNvPr id="0" name=""/>
        <dsp:cNvSpPr/>
      </dsp:nvSpPr>
      <dsp:spPr>
        <a:xfrm>
          <a:off x="4889673" y="1358004"/>
          <a:ext cx="941971" cy="11019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2400" kern="1200"/>
        </a:p>
      </dsp:txBody>
      <dsp:txXfrm>
        <a:off x="4889673" y="1578390"/>
        <a:ext cx="659380" cy="661157"/>
      </dsp:txXfrm>
    </dsp:sp>
    <dsp:sp modelId="{7005B60D-161E-4B8D-AE8F-BAF1701A3E78}">
      <dsp:nvSpPr>
        <dsp:cNvPr id="0" name=""/>
        <dsp:cNvSpPr/>
      </dsp:nvSpPr>
      <dsp:spPr>
        <a:xfrm>
          <a:off x="6222652" y="575989"/>
          <a:ext cx="4443263" cy="26659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3000" kern="1200"/>
            <a:t>Economies- Demand Advantages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300" kern="1200"/>
            <a:t>Network economies of scale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300" kern="1200"/>
            <a:t>E.g. standardised software, bicycle wheels</a:t>
          </a:r>
        </a:p>
      </dsp:txBody>
      <dsp:txXfrm>
        <a:off x="6300735" y="654072"/>
        <a:ext cx="4287097" cy="250979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74874A-E81F-4DD7-BBAF-385123DB2951}">
      <dsp:nvSpPr>
        <dsp:cNvPr id="0" name=""/>
        <dsp:cNvSpPr/>
      </dsp:nvSpPr>
      <dsp:spPr>
        <a:xfrm>
          <a:off x="0" y="216203"/>
          <a:ext cx="4460346" cy="14531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700" kern="1200" dirty="0"/>
            <a:t>Costs include all the opportunity costs of the inputs.</a:t>
          </a:r>
        </a:p>
      </dsp:txBody>
      <dsp:txXfrm>
        <a:off x="70936" y="287139"/>
        <a:ext cx="4318474" cy="1311268"/>
      </dsp:txXfrm>
    </dsp:sp>
    <dsp:sp modelId="{B569925D-33AB-49EE-8DA8-BA1C93E6D3B2}">
      <dsp:nvSpPr>
        <dsp:cNvPr id="0" name=""/>
        <dsp:cNvSpPr/>
      </dsp:nvSpPr>
      <dsp:spPr>
        <a:xfrm>
          <a:off x="0" y="1747103"/>
          <a:ext cx="4460346" cy="14531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700" kern="1200" dirty="0"/>
            <a:t>This includes the firm’s owners.</a:t>
          </a:r>
        </a:p>
      </dsp:txBody>
      <dsp:txXfrm>
        <a:off x="70936" y="1818039"/>
        <a:ext cx="4318474" cy="1311268"/>
      </dsp:txXfrm>
    </dsp:sp>
    <dsp:sp modelId="{1D17CF68-F6D0-4974-88EB-CECD847D8B2B}">
      <dsp:nvSpPr>
        <dsp:cNvPr id="0" name=""/>
        <dsp:cNvSpPr/>
      </dsp:nvSpPr>
      <dsp:spPr>
        <a:xfrm>
          <a:off x="0" y="3200243"/>
          <a:ext cx="4460346" cy="176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616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Z" sz="2100" kern="1200" dirty="0"/>
            <a:t>E.g. Some dairy farms in Northland have been converted to avocados. Land has an opportunity cost. Dairying did not earn enough for the firm’s owners to continue.</a:t>
          </a:r>
        </a:p>
      </dsp:txBody>
      <dsp:txXfrm>
        <a:off x="0" y="3200243"/>
        <a:ext cx="4460346" cy="1760535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4DFA1B-2D12-4260-B72B-494455154491}">
      <dsp:nvSpPr>
        <dsp:cNvPr id="0" name=""/>
        <dsp:cNvSpPr/>
      </dsp:nvSpPr>
      <dsp:spPr>
        <a:xfrm>
          <a:off x="0" y="0"/>
          <a:ext cx="9067799" cy="114538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800" kern="1200"/>
            <a:t>All the firm</a:t>
          </a:r>
          <a:r>
            <a:rPr lang="mi-NZ" sz="2800" kern="1200"/>
            <a:t>’</a:t>
          </a:r>
          <a:r>
            <a:rPr lang="en-NZ" sz="2800" kern="1200"/>
            <a:t>s costs are divided into fixed and variable.</a:t>
          </a:r>
        </a:p>
      </dsp:txBody>
      <dsp:txXfrm>
        <a:off x="33547" y="33547"/>
        <a:ext cx="7831844" cy="1078287"/>
      </dsp:txXfrm>
    </dsp:sp>
    <dsp:sp modelId="{153A942A-3C1D-4F3C-9230-55D108E21015}">
      <dsp:nvSpPr>
        <dsp:cNvPr id="0" name=""/>
        <dsp:cNvSpPr/>
      </dsp:nvSpPr>
      <dsp:spPr>
        <a:xfrm>
          <a:off x="800100" y="1336278"/>
          <a:ext cx="9067799" cy="114538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800" kern="1200"/>
            <a:t>Fixed Costs always have to be paid, whether the firm produces nothing or a lot.</a:t>
          </a:r>
        </a:p>
      </dsp:txBody>
      <dsp:txXfrm>
        <a:off x="833647" y="1369825"/>
        <a:ext cx="7456108" cy="1078287"/>
      </dsp:txXfrm>
    </dsp:sp>
    <dsp:sp modelId="{37FC96B8-F1B1-448C-B1C0-378947D9BD54}">
      <dsp:nvSpPr>
        <dsp:cNvPr id="0" name=""/>
        <dsp:cNvSpPr/>
      </dsp:nvSpPr>
      <dsp:spPr>
        <a:xfrm>
          <a:off x="1600200" y="2672556"/>
          <a:ext cx="9067799" cy="114538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800" kern="1200"/>
            <a:t>Variable costs are the costs of making each unit.</a:t>
          </a:r>
        </a:p>
      </dsp:txBody>
      <dsp:txXfrm>
        <a:off x="1633747" y="2706103"/>
        <a:ext cx="7456108" cy="1078287"/>
      </dsp:txXfrm>
    </dsp:sp>
    <dsp:sp modelId="{EA5E8E3D-5979-409B-B657-4B50441EE964}">
      <dsp:nvSpPr>
        <dsp:cNvPr id="0" name=""/>
        <dsp:cNvSpPr/>
      </dsp:nvSpPr>
      <dsp:spPr>
        <a:xfrm>
          <a:off x="8323302" y="868580"/>
          <a:ext cx="744497" cy="744497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3500" kern="1200"/>
        </a:p>
      </dsp:txBody>
      <dsp:txXfrm>
        <a:off x="8490814" y="868580"/>
        <a:ext cx="409473" cy="560234"/>
      </dsp:txXfrm>
    </dsp:sp>
    <dsp:sp modelId="{F4470320-7FCA-4657-AE46-766B1D4CCCDF}">
      <dsp:nvSpPr>
        <dsp:cNvPr id="0" name=""/>
        <dsp:cNvSpPr/>
      </dsp:nvSpPr>
      <dsp:spPr>
        <a:xfrm>
          <a:off x="9123402" y="2197223"/>
          <a:ext cx="744497" cy="744497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3500" kern="1200"/>
        </a:p>
      </dsp:txBody>
      <dsp:txXfrm>
        <a:off x="9290914" y="2197223"/>
        <a:ext cx="409473" cy="560234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114490-2E76-4932-9CB5-E37F237BF81C}">
      <dsp:nvSpPr>
        <dsp:cNvPr id="0" name=""/>
        <dsp:cNvSpPr/>
      </dsp:nvSpPr>
      <dsp:spPr>
        <a:xfrm>
          <a:off x="1302" y="723925"/>
          <a:ext cx="4740175" cy="237008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3200" kern="1200"/>
            <a:t>Dividing the costs by the quanity (q) generates the average costs.</a:t>
          </a:r>
          <a:endParaRPr lang="en-NZ" sz="3200" kern="1200"/>
        </a:p>
      </dsp:txBody>
      <dsp:txXfrm>
        <a:off x="70719" y="793342"/>
        <a:ext cx="4601341" cy="2231253"/>
      </dsp:txXfrm>
    </dsp:sp>
    <dsp:sp modelId="{35E98DA1-45D2-4B3B-975A-5B7711563FC9}">
      <dsp:nvSpPr>
        <dsp:cNvPr id="0" name=""/>
        <dsp:cNvSpPr/>
      </dsp:nvSpPr>
      <dsp:spPr>
        <a:xfrm>
          <a:off x="5926521" y="723925"/>
          <a:ext cx="4740175" cy="237008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3200" kern="1200"/>
            <a:t>The change in total cost generated by changing output by 1 unit, is the marginal cost.</a:t>
          </a:r>
          <a:endParaRPr lang="en-NZ" sz="3200" kern="1200"/>
        </a:p>
      </dsp:txBody>
      <dsp:txXfrm>
        <a:off x="5995938" y="793342"/>
        <a:ext cx="4601341" cy="2231253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A987BD-8A96-40C4-A70C-F098773BE4AA}">
      <dsp:nvSpPr>
        <dsp:cNvPr id="0" name=""/>
        <dsp:cNvSpPr/>
      </dsp:nvSpPr>
      <dsp:spPr>
        <a:xfrm>
          <a:off x="0" y="20355"/>
          <a:ext cx="3809999" cy="11969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3100" kern="1200"/>
            <a:t>If MC &lt; AC, AC is falling</a:t>
          </a:r>
          <a:endParaRPr lang="en-NZ" sz="3100" kern="1200"/>
        </a:p>
      </dsp:txBody>
      <dsp:txXfrm>
        <a:off x="58428" y="78783"/>
        <a:ext cx="3693143" cy="1080053"/>
      </dsp:txXfrm>
    </dsp:sp>
    <dsp:sp modelId="{0BAC33FA-8DDD-4A03-83CD-E381B0CE153B}">
      <dsp:nvSpPr>
        <dsp:cNvPr id="0" name=""/>
        <dsp:cNvSpPr/>
      </dsp:nvSpPr>
      <dsp:spPr>
        <a:xfrm>
          <a:off x="0" y="1306544"/>
          <a:ext cx="3809999" cy="11969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3100" kern="1200" dirty="0" err="1"/>
            <a:t>If</a:t>
          </a:r>
          <a:r>
            <a:rPr lang="mi-NZ" sz="3100" kern="1200" dirty="0"/>
            <a:t> MC &gt; AC, AC </a:t>
          </a:r>
          <a:r>
            <a:rPr lang="mi-NZ" sz="3100" kern="1200" dirty="0" err="1"/>
            <a:t>is</a:t>
          </a:r>
          <a:r>
            <a:rPr lang="mi-NZ" sz="3100" kern="1200" dirty="0"/>
            <a:t> </a:t>
          </a:r>
          <a:r>
            <a:rPr lang="mi-NZ" sz="3100" kern="1200" dirty="0" err="1"/>
            <a:t>rising</a:t>
          </a:r>
          <a:endParaRPr lang="en-NZ" sz="3100" kern="1200" dirty="0"/>
        </a:p>
      </dsp:txBody>
      <dsp:txXfrm>
        <a:off x="58428" y="1364972"/>
        <a:ext cx="3693143" cy="1080053"/>
      </dsp:txXfrm>
    </dsp:sp>
    <dsp:sp modelId="{EDA5A8DB-FB3E-42E3-A4C7-324F65729F72}">
      <dsp:nvSpPr>
        <dsp:cNvPr id="0" name=""/>
        <dsp:cNvSpPr/>
      </dsp:nvSpPr>
      <dsp:spPr>
        <a:xfrm>
          <a:off x="0" y="2592735"/>
          <a:ext cx="3809999" cy="11969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3100" kern="1200"/>
            <a:t>If MC=AC, AC has flat slope</a:t>
          </a:r>
        </a:p>
      </dsp:txBody>
      <dsp:txXfrm>
        <a:off x="58428" y="2651163"/>
        <a:ext cx="3693143" cy="1080053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F973A3-22B7-45FF-BC53-8853CBD4AEDA}">
      <dsp:nvSpPr>
        <dsp:cNvPr id="0" name=""/>
        <dsp:cNvSpPr/>
      </dsp:nvSpPr>
      <dsp:spPr>
        <a:xfrm>
          <a:off x="0" y="2309"/>
          <a:ext cx="3809999" cy="18638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2700" kern="1200"/>
            <a:t>Products that are differentiated face downward sloping demand curves.</a:t>
          </a:r>
          <a:endParaRPr lang="en-NZ" sz="2700" kern="1200"/>
        </a:p>
      </dsp:txBody>
      <dsp:txXfrm>
        <a:off x="90984" y="93293"/>
        <a:ext cx="3628031" cy="1681842"/>
      </dsp:txXfrm>
    </dsp:sp>
    <dsp:sp modelId="{B3373A10-5908-4BF4-805F-2150B60B3F53}">
      <dsp:nvSpPr>
        <dsp:cNvPr id="0" name=""/>
        <dsp:cNvSpPr/>
      </dsp:nvSpPr>
      <dsp:spPr>
        <a:xfrm>
          <a:off x="0" y="1943880"/>
          <a:ext cx="3809999" cy="18638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2700" kern="1200" dirty="0" err="1"/>
            <a:t>Suppose</a:t>
          </a:r>
          <a:r>
            <a:rPr lang="mi-NZ" sz="2700" kern="1200" dirty="0"/>
            <a:t> </a:t>
          </a:r>
          <a:r>
            <a:rPr lang="mi-NZ" sz="2700" kern="1200" dirty="0" err="1"/>
            <a:t>the</a:t>
          </a:r>
          <a:r>
            <a:rPr lang="mi-NZ" sz="2700" kern="1200" dirty="0"/>
            <a:t> </a:t>
          </a:r>
          <a:r>
            <a:rPr lang="mi-NZ" sz="2700" kern="1200" dirty="0" err="1"/>
            <a:t>Car</a:t>
          </a:r>
          <a:r>
            <a:rPr lang="mi-NZ" sz="2700" kern="1200" dirty="0"/>
            <a:t> </a:t>
          </a:r>
          <a:r>
            <a:rPr lang="mi-NZ" sz="2700" kern="1200" dirty="0" err="1"/>
            <a:t>Firm</a:t>
          </a:r>
          <a:r>
            <a:rPr lang="mi-NZ" sz="2700" kern="1200" dirty="0"/>
            <a:t> </a:t>
          </a:r>
          <a:r>
            <a:rPr lang="mi-NZ" sz="2700" kern="1200" dirty="0" err="1"/>
            <a:t>has</a:t>
          </a:r>
          <a:r>
            <a:rPr lang="mi-NZ" sz="2700" kern="1200" dirty="0"/>
            <a:t> </a:t>
          </a:r>
          <a:r>
            <a:rPr lang="mi-NZ" sz="2700" kern="1200" dirty="0" err="1"/>
            <a:t>the</a:t>
          </a:r>
          <a:r>
            <a:rPr lang="mi-NZ" sz="2700" kern="1200" dirty="0"/>
            <a:t> </a:t>
          </a:r>
          <a:r>
            <a:rPr lang="mi-NZ" sz="2700" kern="1200" dirty="0" err="1"/>
            <a:t>followinng</a:t>
          </a:r>
          <a:r>
            <a:rPr lang="mi-NZ" sz="2700" kern="1200" dirty="0"/>
            <a:t> </a:t>
          </a:r>
          <a:r>
            <a:rPr lang="mi-NZ" sz="2700" kern="1200" dirty="0" err="1"/>
            <a:t>demand</a:t>
          </a:r>
          <a:r>
            <a:rPr lang="mi-NZ" sz="2700" kern="1200" dirty="0"/>
            <a:t> </a:t>
          </a:r>
          <a:r>
            <a:rPr lang="mi-NZ" sz="2700" kern="1200" dirty="0" err="1"/>
            <a:t>curve</a:t>
          </a:r>
          <a:r>
            <a:rPr lang="mi-NZ" sz="2700" kern="1200" dirty="0"/>
            <a:t>.</a:t>
          </a:r>
          <a:endParaRPr lang="en-NZ" sz="2700" kern="1200" dirty="0"/>
        </a:p>
      </dsp:txBody>
      <dsp:txXfrm>
        <a:off x="90984" y="2034864"/>
        <a:ext cx="3628031" cy="1681842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F973A3-22B7-45FF-BC53-8853CBD4AEDA}">
      <dsp:nvSpPr>
        <dsp:cNvPr id="0" name=""/>
        <dsp:cNvSpPr/>
      </dsp:nvSpPr>
      <dsp:spPr>
        <a:xfrm>
          <a:off x="0" y="29579"/>
          <a:ext cx="3809999" cy="8880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2300" kern="1200" dirty="0" err="1"/>
            <a:t>These</a:t>
          </a:r>
          <a:r>
            <a:rPr lang="mi-NZ" sz="2300" kern="1200" dirty="0"/>
            <a:t> </a:t>
          </a:r>
          <a:r>
            <a:rPr lang="mi-NZ" sz="2300" kern="1200" dirty="0" err="1"/>
            <a:t>depict</a:t>
          </a:r>
          <a:r>
            <a:rPr lang="mi-NZ" sz="2300" kern="1200" dirty="0"/>
            <a:t> </a:t>
          </a:r>
          <a:r>
            <a:rPr lang="mi-NZ" sz="2300" kern="1200" dirty="0" err="1"/>
            <a:t>the</a:t>
          </a:r>
          <a:r>
            <a:rPr lang="mi-NZ" sz="2300" kern="1200" dirty="0"/>
            <a:t> </a:t>
          </a:r>
          <a:r>
            <a:rPr lang="mi-NZ" sz="2300" kern="1200" dirty="0" err="1"/>
            <a:t>economic</a:t>
          </a:r>
          <a:r>
            <a:rPr lang="mi-NZ" sz="2300" kern="1200" dirty="0"/>
            <a:t> </a:t>
          </a:r>
          <a:r>
            <a:rPr lang="mi-NZ" sz="2300" kern="1200" dirty="0" err="1"/>
            <a:t>profit</a:t>
          </a:r>
          <a:r>
            <a:rPr lang="mi-NZ" sz="2300" kern="1200" dirty="0"/>
            <a:t> </a:t>
          </a:r>
          <a:endParaRPr lang="en-NZ" sz="2300" kern="1200" dirty="0"/>
        </a:p>
      </dsp:txBody>
      <dsp:txXfrm>
        <a:off x="43350" y="72929"/>
        <a:ext cx="3723299" cy="801330"/>
      </dsp:txXfrm>
    </dsp:sp>
    <dsp:sp modelId="{B3373A10-5908-4BF4-805F-2150B60B3F53}">
      <dsp:nvSpPr>
        <dsp:cNvPr id="0" name=""/>
        <dsp:cNvSpPr/>
      </dsp:nvSpPr>
      <dsp:spPr>
        <a:xfrm>
          <a:off x="0" y="983849"/>
          <a:ext cx="3809999" cy="8880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2300" kern="1200" dirty="0" err="1"/>
            <a:t>The</a:t>
          </a:r>
          <a:r>
            <a:rPr lang="mi-NZ" sz="2300" kern="1200" baseline="0" dirty="0"/>
            <a:t> AC and MC </a:t>
          </a:r>
          <a:r>
            <a:rPr lang="mi-NZ" sz="2300" kern="1200" baseline="0" dirty="0" err="1"/>
            <a:t>cross</a:t>
          </a:r>
          <a:r>
            <a:rPr lang="mi-NZ" sz="2300" kern="1200" baseline="0" dirty="0"/>
            <a:t> </a:t>
          </a:r>
          <a:r>
            <a:rPr lang="mi-NZ" sz="2300" kern="1200" baseline="0" dirty="0" err="1"/>
            <a:t>at</a:t>
          </a:r>
          <a:r>
            <a:rPr lang="mi-NZ" sz="2300" kern="1200" baseline="0" dirty="0"/>
            <a:t> B </a:t>
          </a:r>
          <a:r>
            <a:rPr lang="mi-NZ" sz="2300" kern="1200" baseline="0" dirty="0" err="1"/>
            <a:t>when</a:t>
          </a:r>
          <a:r>
            <a:rPr lang="mi-NZ" sz="2300" kern="1200" baseline="0" dirty="0"/>
            <a:t> AC </a:t>
          </a:r>
          <a:r>
            <a:rPr lang="mi-NZ" sz="2300" kern="1200" baseline="0" dirty="0" err="1"/>
            <a:t>is</a:t>
          </a:r>
          <a:r>
            <a:rPr lang="mi-NZ" sz="2300" kern="1200" baseline="0" dirty="0"/>
            <a:t> </a:t>
          </a:r>
          <a:r>
            <a:rPr lang="mi-NZ" sz="2300" kern="1200" baseline="0" dirty="0" err="1"/>
            <a:t>the</a:t>
          </a:r>
          <a:r>
            <a:rPr lang="mi-NZ" sz="2300" kern="1200" baseline="0" dirty="0"/>
            <a:t> </a:t>
          </a:r>
          <a:r>
            <a:rPr lang="mi-NZ" sz="2300" kern="1200" baseline="0" dirty="0" err="1"/>
            <a:t>lowest</a:t>
          </a:r>
          <a:endParaRPr lang="mi-NZ" sz="2300" kern="1200" baseline="0" dirty="0"/>
        </a:p>
      </dsp:txBody>
      <dsp:txXfrm>
        <a:off x="43350" y="1027199"/>
        <a:ext cx="3723299" cy="801330"/>
      </dsp:txXfrm>
    </dsp:sp>
    <dsp:sp modelId="{6E68C33A-4FB2-47F4-AC4E-8AD88C3025BB}">
      <dsp:nvSpPr>
        <dsp:cNvPr id="0" name=""/>
        <dsp:cNvSpPr/>
      </dsp:nvSpPr>
      <dsp:spPr>
        <a:xfrm>
          <a:off x="0" y="1938120"/>
          <a:ext cx="3809999" cy="8880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2300" kern="1200" dirty="0"/>
            <a:t>H </a:t>
          </a:r>
          <a:r>
            <a:rPr lang="mi-NZ" sz="2300" kern="1200" dirty="0" err="1"/>
            <a:t>is</a:t>
          </a:r>
          <a:r>
            <a:rPr lang="mi-NZ" sz="2300" kern="1200" dirty="0"/>
            <a:t> more </a:t>
          </a:r>
          <a:r>
            <a:rPr lang="mi-NZ" sz="2300" kern="1200" dirty="0" err="1"/>
            <a:t>profitable</a:t>
          </a:r>
          <a:r>
            <a:rPr lang="mi-NZ" sz="2300" kern="1200" dirty="0"/>
            <a:t> </a:t>
          </a:r>
          <a:r>
            <a:rPr lang="mi-NZ" sz="2300" kern="1200" dirty="0" err="1"/>
            <a:t>than</a:t>
          </a:r>
          <a:r>
            <a:rPr lang="mi-NZ" sz="2300" kern="1200" dirty="0"/>
            <a:t> K</a:t>
          </a:r>
          <a:endParaRPr lang="en-NZ" sz="2300" kern="1200" dirty="0"/>
        </a:p>
      </dsp:txBody>
      <dsp:txXfrm>
        <a:off x="43350" y="1981470"/>
        <a:ext cx="3723299" cy="801330"/>
      </dsp:txXfrm>
    </dsp:sp>
    <dsp:sp modelId="{EA7A4BEB-DE75-434A-A995-89CBAF694AE7}">
      <dsp:nvSpPr>
        <dsp:cNvPr id="0" name=""/>
        <dsp:cNvSpPr/>
      </dsp:nvSpPr>
      <dsp:spPr>
        <a:xfrm>
          <a:off x="0" y="2892390"/>
          <a:ext cx="3809999" cy="8880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2300" kern="1200" dirty="0" err="1"/>
            <a:t>Profit</a:t>
          </a:r>
          <a:r>
            <a:rPr lang="mi-NZ" sz="2300" kern="1200" dirty="0"/>
            <a:t> </a:t>
          </a:r>
          <a:r>
            <a:rPr lang="mi-NZ" sz="2300" kern="1200" dirty="0" err="1"/>
            <a:t>at</a:t>
          </a:r>
          <a:r>
            <a:rPr lang="mi-NZ" sz="2300" kern="1200" dirty="0"/>
            <a:t> G </a:t>
          </a:r>
          <a:r>
            <a:rPr lang="mi-NZ" sz="2300" kern="1200" dirty="0" err="1"/>
            <a:t>is</a:t>
          </a:r>
          <a:r>
            <a:rPr lang="mi-NZ" sz="2300" kern="1200" dirty="0"/>
            <a:t> 23 x $(6820-3777)</a:t>
          </a:r>
          <a:endParaRPr lang="en-NZ" sz="2300" kern="1200" dirty="0"/>
        </a:p>
      </dsp:txBody>
      <dsp:txXfrm>
        <a:off x="43350" y="2935740"/>
        <a:ext cx="3723299" cy="801330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BC270F-7634-4C63-866C-D821748D1650}">
      <dsp:nvSpPr>
        <dsp:cNvPr id="0" name=""/>
        <dsp:cNvSpPr/>
      </dsp:nvSpPr>
      <dsp:spPr>
        <a:xfrm>
          <a:off x="0" y="495122"/>
          <a:ext cx="3809999" cy="10038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2600" kern="1200"/>
            <a:t>By producing at E the firm maximises profit</a:t>
          </a:r>
          <a:endParaRPr lang="en-NZ" sz="2600" kern="1200"/>
        </a:p>
      </dsp:txBody>
      <dsp:txXfrm>
        <a:off x="49004" y="544126"/>
        <a:ext cx="3711991" cy="905852"/>
      </dsp:txXfrm>
    </dsp:sp>
    <dsp:sp modelId="{8B871FEE-0D30-4927-9BFB-5ECF43F7B320}">
      <dsp:nvSpPr>
        <dsp:cNvPr id="0" name=""/>
        <dsp:cNvSpPr/>
      </dsp:nvSpPr>
      <dsp:spPr>
        <a:xfrm>
          <a:off x="0" y="1573862"/>
          <a:ext cx="3809999" cy="10038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2600" kern="1200"/>
            <a:t>This corresponds P*=$5440 and Q* = 32.</a:t>
          </a:r>
          <a:endParaRPr lang="en-NZ" sz="2600" kern="1200"/>
        </a:p>
      </dsp:txBody>
      <dsp:txXfrm>
        <a:off x="49004" y="1622866"/>
        <a:ext cx="3711991" cy="905852"/>
      </dsp:txXfrm>
    </dsp:sp>
    <dsp:sp modelId="{4798388E-D8B2-44DE-B96B-56C67934E2BE}">
      <dsp:nvSpPr>
        <dsp:cNvPr id="0" name=""/>
        <dsp:cNvSpPr/>
      </dsp:nvSpPr>
      <dsp:spPr>
        <a:xfrm>
          <a:off x="0" y="2652602"/>
          <a:ext cx="3809999" cy="10038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2600" kern="1200"/>
            <a:t>Profit is $63,360</a:t>
          </a:r>
          <a:endParaRPr lang="en-NZ" sz="2600" kern="1200"/>
        </a:p>
      </dsp:txBody>
      <dsp:txXfrm>
        <a:off x="49004" y="2701606"/>
        <a:ext cx="3711991" cy="905852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1C1EC4-2585-46A9-BBED-196B47133BC1}">
      <dsp:nvSpPr>
        <dsp:cNvPr id="0" name=""/>
        <dsp:cNvSpPr/>
      </dsp:nvSpPr>
      <dsp:spPr>
        <a:xfrm>
          <a:off x="26" y="1252091"/>
          <a:ext cx="2520626" cy="9911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1600" kern="1200"/>
            <a:t>We can use the Marginal Revenue function to find the Profit Maximising point.</a:t>
          </a:r>
          <a:endParaRPr lang="en-NZ" sz="1600" kern="1200"/>
        </a:p>
      </dsp:txBody>
      <dsp:txXfrm>
        <a:off x="26" y="1252091"/>
        <a:ext cx="2520626" cy="991142"/>
      </dsp:txXfrm>
    </dsp:sp>
    <dsp:sp modelId="{DF444636-0C6D-4E61-B08B-E79F6AAA5809}">
      <dsp:nvSpPr>
        <dsp:cNvPr id="0" name=""/>
        <dsp:cNvSpPr/>
      </dsp:nvSpPr>
      <dsp:spPr>
        <a:xfrm>
          <a:off x="26" y="2243234"/>
          <a:ext cx="2520626" cy="111996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D92928-ACE8-4713-9B13-59B6EB97C88A}">
      <dsp:nvSpPr>
        <dsp:cNvPr id="0" name=""/>
        <dsp:cNvSpPr/>
      </dsp:nvSpPr>
      <dsp:spPr>
        <a:xfrm>
          <a:off x="2873540" y="1252091"/>
          <a:ext cx="2520626" cy="9911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1600" kern="1200"/>
            <a:t>Marginal Revenue (MR) is the</a:t>
          </a:r>
          <a:endParaRPr lang="en-NZ" sz="1600" kern="1200"/>
        </a:p>
      </dsp:txBody>
      <dsp:txXfrm>
        <a:off x="2873540" y="1252091"/>
        <a:ext cx="2520626" cy="991142"/>
      </dsp:txXfrm>
    </dsp:sp>
    <dsp:sp modelId="{A59A60E0-7DC1-44B3-A39C-E09CADA13C32}">
      <dsp:nvSpPr>
        <dsp:cNvPr id="0" name=""/>
        <dsp:cNvSpPr/>
      </dsp:nvSpPr>
      <dsp:spPr>
        <a:xfrm>
          <a:off x="2873540" y="2243234"/>
          <a:ext cx="2520626" cy="111996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mi-NZ" sz="1600" kern="1200"/>
            <a:t>Change in Total Revenue caused by</a:t>
          </a:r>
          <a:endParaRPr lang="en-NZ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mi-NZ" sz="1600" kern="1200"/>
            <a:t>A change in sales by one unit.</a:t>
          </a:r>
          <a:endParaRPr lang="en-NZ" sz="1600" kern="1200"/>
        </a:p>
      </dsp:txBody>
      <dsp:txXfrm>
        <a:off x="2873540" y="2243234"/>
        <a:ext cx="2520626" cy="1119960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DB1F08-8F9B-42E5-BE6B-D3F0E8EF9C02}">
      <dsp:nvSpPr>
        <dsp:cNvPr id="0" name=""/>
        <dsp:cNvSpPr/>
      </dsp:nvSpPr>
      <dsp:spPr>
        <a:xfrm>
          <a:off x="324235" y="465"/>
          <a:ext cx="3161527" cy="15236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1800" kern="1200"/>
            <a:t>Total Revenue is PQ</a:t>
          </a:r>
          <a:endParaRPr lang="en-NZ" sz="1800" kern="1200"/>
        </a:p>
      </dsp:txBody>
      <dsp:txXfrm>
        <a:off x="368861" y="45091"/>
        <a:ext cx="3072275" cy="1434375"/>
      </dsp:txXfrm>
    </dsp:sp>
    <dsp:sp modelId="{76A8FFF0-9E4C-41CE-9E7C-9D84BA129BB1}">
      <dsp:nvSpPr>
        <dsp:cNvPr id="0" name=""/>
        <dsp:cNvSpPr/>
      </dsp:nvSpPr>
      <dsp:spPr>
        <a:xfrm rot="5400000">
          <a:off x="1619319" y="1562183"/>
          <a:ext cx="571360" cy="6856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1400" kern="1200"/>
        </a:p>
      </dsp:txBody>
      <dsp:txXfrm rot="-5400000">
        <a:off x="1699309" y="1619319"/>
        <a:ext cx="411380" cy="399952"/>
      </dsp:txXfrm>
    </dsp:sp>
    <dsp:sp modelId="{41FDED4C-8F31-438A-8A9A-60A2E5330740}">
      <dsp:nvSpPr>
        <dsp:cNvPr id="0" name=""/>
        <dsp:cNvSpPr/>
      </dsp:nvSpPr>
      <dsp:spPr>
        <a:xfrm>
          <a:off x="324235" y="2285906"/>
          <a:ext cx="3161527" cy="15236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800" kern="1200"/>
            <a:t>Increasing quantity sold has two effects on revenue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400" kern="1200"/>
            <a:t>It increases because you sell more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400" kern="1200" dirty="0"/>
            <a:t>It decreases because prices fall for all units sold</a:t>
          </a:r>
        </a:p>
      </dsp:txBody>
      <dsp:txXfrm>
        <a:off x="368861" y="2330532"/>
        <a:ext cx="3072275" cy="1434375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CF45E6-0D2D-4237-9090-51378E5B45CA}">
      <dsp:nvSpPr>
        <dsp:cNvPr id="0" name=""/>
        <dsp:cNvSpPr/>
      </dsp:nvSpPr>
      <dsp:spPr>
        <a:xfrm>
          <a:off x="0" y="65579"/>
          <a:ext cx="3809999" cy="1184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2200" kern="1200" dirty="0"/>
            <a:t>MR equals MC at point E (Q* = 32), the profit maximising point.</a:t>
          </a:r>
          <a:endParaRPr lang="en-NZ" sz="2200" kern="1200" dirty="0"/>
        </a:p>
      </dsp:txBody>
      <dsp:txXfrm>
        <a:off x="57800" y="123379"/>
        <a:ext cx="3694399" cy="1068440"/>
      </dsp:txXfrm>
    </dsp:sp>
    <dsp:sp modelId="{81188532-EEBE-4927-90E9-7E3A3CBBA2CE}">
      <dsp:nvSpPr>
        <dsp:cNvPr id="0" name=""/>
        <dsp:cNvSpPr/>
      </dsp:nvSpPr>
      <dsp:spPr>
        <a:xfrm>
          <a:off x="0" y="1312979"/>
          <a:ext cx="3809999" cy="1184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2200" kern="1200"/>
            <a:t>At quantities below E, the firm gives up profit</a:t>
          </a:r>
          <a:endParaRPr lang="en-NZ" sz="2200" kern="1200"/>
        </a:p>
      </dsp:txBody>
      <dsp:txXfrm>
        <a:off x="57800" y="1370779"/>
        <a:ext cx="3694399" cy="1068440"/>
      </dsp:txXfrm>
    </dsp:sp>
    <dsp:sp modelId="{6B440C86-1A0E-4F52-B028-A6ED50F99C88}">
      <dsp:nvSpPr>
        <dsp:cNvPr id="0" name=""/>
        <dsp:cNvSpPr/>
      </dsp:nvSpPr>
      <dsp:spPr>
        <a:xfrm>
          <a:off x="0" y="2560380"/>
          <a:ext cx="3809999" cy="1184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2200" kern="1200"/>
            <a:t>At quantities above E, each unit reduces total profit.</a:t>
          </a:r>
          <a:endParaRPr lang="en-NZ" sz="2200" kern="1200"/>
        </a:p>
      </dsp:txBody>
      <dsp:txXfrm>
        <a:off x="57800" y="2618180"/>
        <a:ext cx="3694399" cy="1068440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CF94C3-8602-47CF-B528-1453DC5B6399}">
      <dsp:nvSpPr>
        <dsp:cNvPr id="0" name=""/>
        <dsp:cNvSpPr/>
      </dsp:nvSpPr>
      <dsp:spPr>
        <a:xfrm>
          <a:off x="771487" y="0"/>
          <a:ext cx="2267024" cy="952500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1800" kern="1200"/>
            <a:t>MR equals MC at point E, the profit maximising point.</a:t>
          </a:r>
          <a:endParaRPr lang="en-NZ" sz="1800" kern="1200"/>
        </a:p>
      </dsp:txBody>
      <dsp:txXfrm>
        <a:off x="799385" y="27898"/>
        <a:ext cx="2211228" cy="896704"/>
      </dsp:txXfrm>
    </dsp:sp>
    <dsp:sp modelId="{3AE57571-49F3-4463-BD63-FBCB61DE598B}">
      <dsp:nvSpPr>
        <dsp:cNvPr id="0" name=""/>
        <dsp:cNvSpPr/>
      </dsp:nvSpPr>
      <dsp:spPr>
        <a:xfrm rot="5400000">
          <a:off x="1726405" y="976312"/>
          <a:ext cx="357187" cy="4286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1400" kern="1200"/>
        </a:p>
      </dsp:txBody>
      <dsp:txXfrm rot="-5400000">
        <a:off x="1776411" y="1012031"/>
        <a:ext cx="257175" cy="250031"/>
      </dsp:txXfrm>
    </dsp:sp>
    <dsp:sp modelId="{F112C3C5-6EFF-406C-B7DF-BFAE6F083605}">
      <dsp:nvSpPr>
        <dsp:cNvPr id="0" name=""/>
        <dsp:cNvSpPr/>
      </dsp:nvSpPr>
      <dsp:spPr>
        <a:xfrm>
          <a:off x="771487" y="1428749"/>
          <a:ext cx="2267024" cy="952500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1800" kern="1200" dirty="0" err="1"/>
            <a:t>At</a:t>
          </a:r>
          <a:r>
            <a:rPr lang="mi-NZ" sz="1800" kern="1200" dirty="0"/>
            <a:t> </a:t>
          </a:r>
          <a:r>
            <a:rPr lang="mi-NZ" sz="1800" kern="1200" dirty="0" err="1"/>
            <a:t>quantities</a:t>
          </a:r>
          <a:r>
            <a:rPr lang="mi-NZ" sz="1800" kern="1200" dirty="0"/>
            <a:t> </a:t>
          </a:r>
          <a:r>
            <a:rPr lang="mi-NZ" sz="1800" kern="1200" dirty="0" err="1"/>
            <a:t>below</a:t>
          </a:r>
          <a:r>
            <a:rPr lang="mi-NZ" sz="1800" kern="1200" dirty="0"/>
            <a:t> E, </a:t>
          </a:r>
          <a:r>
            <a:rPr lang="mi-NZ" sz="1800" kern="1200" dirty="0" err="1"/>
            <a:t>the</a:t>
          </a:r>
          <a:r>
            <a:rPr lang="mi-NZ" sz="1800" kern="1200" dirty="0"/>
            <a:t> </a:t>
          </a:r>
          <a:r>
            <a:rPr lang="mi-NZ" sz="1800" kern="1200" dirty="0" err="1"/>
            <a:t>firm</a:t>
          </a:r>
          <a:r>
            <a:rPr lang="mi-NZ" sz="1800" kern="1200" dirty="0"/>
            <a:t> </a:t>
          </a:r>
          <a:r>
            <a:rPr lang="mi-NZ" sz="1800" kern="1200" dirty="0" err="1"/>
            <a:t>gives</a:t>
          </a:r>
          <a:r>
            <a:rPr lang="mi-NZ" sz="1800" kern="1200" dirty="0"/>
            <a:t> </a:t>
          </a:r>
          <a:r>
            <a:rPr lang="mi-NZ" sz="1800" kern="1200" dirty="0" err="1"/>
            <a:t>up</a:t>
          </a:r>
          <a:r>
            <a:rPr lang="mi-NZ" sz="1800" kern="1200" dirty="0"/>
            <a:t> </a:t>
          </a:r>
          <a:r>
            <a:rPr lang="mi-NZ" sz="1800" kern="1200" dirty="0" err="1"/>
            <a:t>profit</a:t>
          </a:r>
          <a:endParaRPr lang="en-NZ" sz="1800" kern="1200" dirty="0"/>
        </a:p>
      </dsp:txBody>
      <dsp:txXfrm>
        <a:off x="799385" y="1456647"/>
        <a:ext cx="2211228" cy="896704"/>
      </dsp:txXfrm>
    </dsp:sp>
    <dsp:sp modelId="{F531EBA9-5D4E-4C8C-BBE7-F5ECAF2EAE8E}">
      <dsp:nvSpPr>
        <dsp:cNvPr id="0" name=""/>
        <dsp:cNvSpPr/>
      </dsp:nvSpPr>
      <dsp:spPr>
        <a:xfrm rot="5400000">
          <a:off x="1726405" y="2405062"/>
          <a:ext cx="357187" cy="4286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1400" kern="1200"/>
        </a:p>
      </dsp:txBody>
      <dsp:txXfrm rot="-5400000">
        <a:off x="1776411" y="2440781"/>
        <a:ext cx="257175" cy="250031"/>
      </dsp:txXfrm>
    </dsp:sp>
    <dsp:sp modelId="{E24EE63D-D025-4FE5-A898-B81249AF6EDD}">
      <dsp:nvSpPr>
        <dsp:cNvPr id="0" name=""/>
        <dsp:cNvSpPr/>
      </dsp:nvSpPr>
      <dsp:spPr>
        <a:xfrm>
          <a:off x="771487" y="2857500"/>
          <a:ext cx="2267024" cy="952500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i-NZ" sz="1800" kern="1200" dirty="0" err="1"/>
            <a:t>At</a:t>
          </a:r>
          <a:r>
            <a:rPr lang="mi-NZ" sz="1800" kern="1200" dirty="0"/>
            <a:t> </a:t>
          </a:r>
          <a:r>
            <a:rPr lang="mi-NZ" sz="1800" kern="1200" dirty="0" err="1"/>
            <a:t>quantities</a:t>
          </a:r>
          <a:r>
            <a:rPr lang="mi-NZ" sz="1800" kern="1200" dirty="0"/>
            <a:t> </a:t>
          </a:r>
          <a:r>
            <a:rPr lang="mi-NZ" sz="1800" kern="1200" dirty="0" err="1"/>
            <a:t>above</a:t>
          </a:r>
          <a:r>
            <a:rPr lang="mi-NZ" sz="1800" kern="1200" dirty="0"/>
            <a:t> E, </a:t>
          </a:r>
          <a:r>
            <a:rPr lang="mi-NZ" sz="1800" kern="1200" dirty="0" err="1"/>
            <a:t>each</a:t>
          </a:r>
          <a:r>
            <a:rPr lang="mi-NZ" sz="1800" kern="1200" dirty="0"/>
            <a:t> </a:t>
          </a:r>
          <a:r>
            <a:rPr lang="mi-NZ" sz="1800" kern="1200" dirty="0" err="1"/>
            <a:t>unit</a:t>
          </a:r>
          <a:r>
            <a:rPr lang="mi-NZ" sz="1800" kern="1200" dirty="0"/>
            <a:t> </a:t>
          </a:r>
          <a:r>
            <a:rPr lang="mi-NZ" sz="1800" kern="1200" dirty="0" err="1"/>
            <a:t>reduces</a:t>
          </a:r>
          <a:r>
            <a:rPr lang="mi-NZ" sz="1800" kern="1200" dirty="0"/>
            <a:t> </a:t>
          </a:r>
          <a:r>
            <a:rPr lang="mi-NZ" sz="1800" kern="1200" dirty="0" err="1"/>
            <a:t>total</a:t>
          </a:r>
          <a:r>
            <a:rPr lang="mi-NZ" sz="1800" kern="1200" dirty="0"/>
            <a:t> </a:t>
          </a:r>
          <a:r>
            <a:rPr lang="mi-NZ" sz="1800" kern="1200" dirty="0" err="1"/>
            <a:t>profit</a:t>
          </a:r>
          <a:r>
            <a:rPr lang="mi-NZ" sz="1800" kern="1200" dirty="0"/>
            <a:t>.</a:t>
          </a:r>
          <a:endParaRPr lang="en-NZ" sz="1800" kern="1200" dirty="0"/>
        </a:p>
      </dsp:txBody>
      <dsp:txXfrm>
        <a:off x="799385" y="2885398"/>
        <a:ext cx="2211228" cy="8967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SubStepProcess">
  <dgm:title val=""/>
  <dgm:desc val=""/>
  <dgm:catLst>
    <dgm:cat type="process" pri="122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61" srcId="1" destId="11" srcOrd="0" destOrd="0"/>
        <dgm:cxn modelId="62" srcId="1" destId="12" srcOrd="1" destOrd="0"/>
        <dgm:cxn modelId="7" srcId="0" destId="2" srcOrd="0" destOrd="0"/>
        <dgm:cxn modelId="8" srcId="0" destId="3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8" srcId="0" destId="1" srcOrd="0" destOrd="0"/>
        <dgm:cxn modelId="81" srcId="1" destId="11" srcOrd="0" destOrd="0"/>
        <dgm:cxn modelId="82" srcId="1" destId="12" srcOrd="1" destOrd="0"/>
        <dgm:cxn modelId="9" srcId="0" destId="2" srcOrd="0" destOrd="0"/>
        <dgm:cxn modelId="10" srcId="0" destId="3" srcOrd="0" destOrd="0"/>
        <dgm:cxn modelId="11" srcId="0" destId="4" srcOrd="0" destOrd="0"/>
      </dgm:cxnLst>
      <dgm:bg/>
      <dgm:whole/>
    </dgm:dataModel>
  </dgm:clrData>
  <dgm:layoutNode name="Name0">
    <dgm:varLst>
      <dgm:chMax val="7"/>
      <dgm:dir/>
      <dgm:animOne val="branch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Tx1" refType="w"/>
      <dgm:constr type="w" for="ch" forName="chLin1" refType="w" refFor="ch" refForName="parTx1" fact="1.38"/>
      <dgm:constr type="h" for="ch" forName="chLin1" refType="h"/>
      <dgm:constr type="w" for="ch" forName="spPre1" refType="w" fact="0.27"/>
      <dgm:constr type="w" for="ch" forName="spPost1" refType="w" fact="0.27"/>
      <dgm:constr type="h" for="ch" forName="spPre1" refType="h"/>
      <dgm:constr type="h" for="ch" forName="spPost1" refType="h"/>
      <dgm:constr type="primFontSz" for="ch" forName="parTx1" val="65"/>
      <dgm:constr type="primFontSz" for="des" forName="desTx1" refType="primFontSz" refFor="ch" refForName="parTx1" fact="0.78"/>
      <dgm:constr type="primFontSz" for="des" forName="desTx1" op="equ"/>
      <dgm:constr type="w" for="ch" forName="parTx2" refType="w"/>
      <dgm:constr type="w" for="ch" forName="chLin2" refType="w" refFor="ch" refForName="parTx2" fact="1.38"/>
      <dgm:constr type="h" for="ch" forName="chLin2" refType="h"/>
      <dgm:constr type="w" for="ch" forName="spPre2" refType="w" fact="0.54"/>
      <dgm:constr type="w" for="ch" forName="spPost2" refType="w" fact="0.54"/>
      <dgm:constr type="h" for="ch" forName="spPre2" refType="h"/>
      <dgm:constr type="h" for="ch" forName="spPost2" refType="h"/>
      <dgm:constr type="primFontSz" for="ch" forName="parTx2" refType="primFontSz" refFor="ch" refForName="parTx1" op="equ"/>
      <dgm:constr type="primFontSz" for="des" forName="desTx2" refType="primFontSz" refFor="des" refForName="desTx1" op="equ"/>
      <dgm:constr type="w" for="ch" forName="parTx3" refType="w"/>
      <dgm:constr type="w" for="ch" forName="chLin3" refType="w" refFor="ch" refForName="parTx3" fact="1.38"/>
      <dgm:constr type="h" for="ch" forName="chLin3" refType="h"/>
      <dgm:constr type="w" for="ch" forName="spPre3" refType="w" fact="0.54"/>
      <dgm:constr type="w" for="ch" forName="spPost3" refType="w" fact="0.54"/>
      <dgm:constr type="h" for="ch" forName="spPre3" refType="h"/>
      <dgm:constr type="h" for="ch" forName="spPost3" refType="h"/>
      <dgm:constr type="primFontSz" for="ch" forName="parTx3" refType="primFontSz" refFor="ch" refForName="parTx1" op="equ"/>
      <dgm:constr type="primFontSz" for="des" forName="desTx3" refType="primFontSz" refFor="des" refForName="desTx1" op="equ"/>
      <dgm:constr type="w" for="ch" forName="parTx4" refType="w"/>
      <dgm:constr type="w" for="ch" forName="chLin4" refType="w" refFor="ch" refForName="parTx4" fact="1.38"/>
      <dgm:constr type="h" for="ch" forName="chLin4" refType="h"/>
      <dgm:constr type="w" for="ch" forName="spPre4" refType="w" fact="0.54"/>
      <dgm:constr type="w" for="ch" forName="spPost4" refType="w" fact="0.54"/>
      <dgm:constr type="h" for="ch" forName="spPre4" refType="h"/>
      <dgm:constr type="h" for="ch" forName="spPost4" refType="h"/>
      <dgm:constr type="primFontSz" for="ch" forName="parTx4" refType="primFontSz" refFor="ch" refForName="parTx1" op="equ"/>
      <dgm:constr type="primFontSz" for="des" forName="desTx4" refType="primFontSz" refFor="des" refForName="desTx1" op="equ"/>
      <dgm:constr type="w" for="ch" forName="parTx5" refType="w"/>
      <dgm:constr type="w" for="ch" forName="chLin5" refType="w" refFor="ch" refForName="parTx5" fact="1.38"/>
      <dgm:constr type="h" for="ch" forName="chLin5" refType="h"/>
      <dgm:constr type="w" for="ch" forName="spPre5" refType="w" fact="0.54"/>
      <dgm:constr type="w" for="ch" forName="spPost5" refType="w" fact="0.54"/>
      <dgm:constr type="h" for="ch" forName="spPre5" refType="h"/>
      <dgm:constr type="h" for="ch" forName="spPost5" refType="h"/>
      <dgm:constr type="primFontSz" for="ch" forName="parTx5" refType="primFontSz" refFor="ch" refForName="parTx1" op="equ"/>
      <dgm:constr type="primFontSz" for="des" forName="desTx5" refType="primFontSz" refFor="des" refForName="desTx1" op="equ"/>
      <dgm:constr type="w" for="ch" forName="parTx6" refType="w"/>
      <dgm:constr type="w" for="ch" forName="chLin6" refType="w" refFor="ch" refForName="parTx6" fact="1.38"/>
      <dgm:constr type="h" for="ch" forName="chLin6" refType="h"/>
      <dgm:constr type="w" for="ch" forName="spPre6" refType="w" fact="0.54"/>
      <dgm:constr type="w" for="ch" forName="spPost6" refType="w" fact="0.54"/>
      <dgm:constr type="h" for="ch" forName="spPre6" refType="h"/>
      <dgm:constr type="h" for="ch" forName="spPost6" refType="h"/>
      <dgm:constr type="primFontSz" for="ch" forName="parTx6" refType="primFontSz" refFor="ch" refForName="parTx1" op="equ"/>
      <dgm:constr type="primFontSz" for="des" forName="desTx6" refType="primFontSz" refFor="des" refForName="desTx1" op="equ"/>
      <dgm:constr type="w" for="ch" forName="parTx7" refType="w"/>
      <dgm:constr type="w" for="ch" forName="chLin7" refType="w" refFor="ch" refForName="parTx7" fact="1.38"/>
      <dgm:constr type="h" for="ch" forName="chLin7" refType="h"/>
      <dgm:constr type="w" for="ch" forName="spPre7" refType="w" fact="0.54"/>
      <dgm:constr type="w" for="ch" forName="spPost7" refType="w" fact="0.54"/>
      <dgm:constr type="h" for="ch" forName="spPre7" refType="h"/>
      <dgm:constr type="h" for="ch" forName="spPost7" refType="h"/>
      <dgm:constr type="primFontSz" for="ch" forName="parTx7" refType="primFontSz" refFor="ch" refForName="parTx1" op="equ"/>
      <dgm:constr type="primFontSz" for="des" forName="desTx7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parTx1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7">
            <dgm:if name="Name8" axis="ch" ptType="node" func="cnt" op="gte" val="1">
              <dgm:layoutNode name="spPre1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1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1" refType="w" fact="0.77"/>
                  <dgm:constr type="w" for="ch" forName="top1" refType="w" refFor="ch" refForName="txAndLines1" fact="0.78"/>
                </dgm:constrLst>
                <dgm:forEach name="Name9" axis="ch">
                  <dgm:forEach name="Name10" axis="self" ptType="parTrans">
                    <dgm:layoutNode name="Name11" styleLbl="parChTrans1D1">
                      <dgm:choose name="Name12">
                        <dgm:if name="Name13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1"/>
                          </dgm:alg>
                        </dgm:if>
                        <dgm:else name="Name14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1"/>
                            <dgm:param type="dstNode" val="anchor1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5" axis="self" ptType="node">
                    <dgm:choose name="Name16">
                      <dgm:if name="Name17" axis="par ch" ptType="node node" func="cnt" op="equ" val="1">
                        <dgm:layoutNode name="top1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8"/>
                    </dgm:choose>
                    <dgm:layoutNode name="txAndLines1">
                      <dgm:choose name="Name19">
                        <dgm:if name="Name20" func="var" arg="dir" op="equ" val="norm">
                          <dgm:alg type="lin"/>
                        </dgm:if>
                        <dgm:else name="Name21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22">
                        <dgm:if name="Name23" axis="root ch" ptType="all node" func="cnt" op="gte" val="2">
                          <dgm:constrLst>
                            <dgm:constr type="w" for="ch" forName="anchor1" refType="w"/>
                            <dgm:constr type="w" for="ch" forName="backup1" refType="w" fact="-1"/>
                            <dgm:constr type="w" for="ch" forName="preLine1" refType="w" fact="0.11"/>
                            <dgm:constr type="w" for="ch" forName="desTx1" refType="w" fact="0.78"/>
                            <dgm:constr type="w" for="ch" forName="postLine1" refType="w" fact="0.11"/>
                          </dgm:constrLst>
                        </dgm:if>
                        <dgm:else name="Name24">
                          <dgm:constrLst>
                            <dgm:constr type="w" for="ch" forName="anchor1" refType="w" fact="0.89"/>
                            <dgm:constr type="w" for="ch" forName="backup1" refType="w" fact="-0.89"/>
                            <dgm:constr type="w" for="ch" forName="preLine1" refType="w" fact="0.11"/>
                            <dgm:constr type="w" for="ch" forName="desTx1" refType="w" fact="0.78"/>
                          </dgm:constrLst>
                        </dgm:else>
                      </dgm:choose>
                      <dgm:layoutNode name="anchor1" moveWith="desTx1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1" moveWith="desTx1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1" styleLbl="parChTrans1D1" moveWith="desTx1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1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25">
                        <dgm:if name="Name26" axis="root ch" ptType="all node" func="cnt" op="gte" val="2">
                          <dgm:layoutNode name="postLine1" styleLbl="parChTrans1D1" moveWith="desTx1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27"/>
                      </dgm:choose>
                    </dgm:layoutNode>
                  </dgm:forEach>
                  <dgm:choose name="Name28">
                    <dgm:if name="Name29" axis="root ch" ptType="all node" func="cnt" op="gte" val="2">
                      <dgm:forEach name="Name30" axis="self" ptType="parTrans">
                        <dgm:layoutNode name="Name31" styleLbl="parChTrans1D1">
                          <dgm:choose name="Name32">
                            <dgm:if name="Name33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2"/>
                                <dgm:param type="endSty" val="noArr"/>
                                <dgm:param type="dstNode" val="anchor1"/>
                              </dgm:alg>
                            </dgm:if>
                            <dgm:else name="Name34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2"/>
                                <dgm:param type="dstNode" val="anchor1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35"/>
                  </dgm:choose>
                </dgm:forEach>
              </dgm:layoutNode>
              <dgm:choose name="Name36">
                <dgm:if name="Name37" axis="root ch" ptType="all node" func="cnt" op="gte" val="2">
                  <dgm:layoutNode name="spPost1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38"/>
              </dgm:choose>
            </dgm:if>
            <dgm:else name="Name39"/>
          </dgm:choose>
        </dgm:if>
        <dgm:if name="Name40" axis="self" ptType="node" func="pos" op="equ" val="2">
          <dgm:layoutNode name="parTx2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41">
            <dgm:if name="Name42" axis="ch" ptType="node" func="cnt" op="gte" val="1">
              <dgm:layoutNode name="spPre2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2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2" refType="w" fact="0.77"/>
                  <dgm:constr type="w" for="ch" forName="top2" refType="w" refFor="ch" refForName="txAndLines2" fact="0.78"/>
                </dgm:constrLst>
                <dgm:forEach name="Name43" axis="ch">
                  <dgm:forEach name="Name44" axis="self" ptType="parTrans">
                    <dgm:layoutNode name="Name45" styleLbl="parChTrans1D1">
                      <dgm:choose name="Name46">
                        <dgm:if name="Name47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2"/>
                          </dgm:alg>
                        </dgm:if>
                        <dgm:else name="Name48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2"/>
                            <dgm:param type="dstNode" val="anchor2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49" axis="self" ptType="node">
                    <dgm:choose name="Name50">
                      <dgm:if name="Name51" axis="par ch" ptType="node node" func="cnt" op="equ" val="1">
                        <dgm:layoutNode name="top2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52"/>
                    </dgm:choose>
                    <dgm:layoutNode name="txAndLines2">
                      <dgm:choose name="Name53">
                        <dgm:if name="Name54" func="var" arg="dir" op="equ" val="norm">
                          <dgm:alg type="lin"/>
                        </dgm:if>
                        <dgm:else name="Name55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56">
                        <dgm:if name="Name57" axis="root ch" ptType="all node" func="cnt" op="gte" val="3">
                          <dgm:constrLst>
                            <dgm:constr type="w" for="ch" forName="anchor2" refType="w"/>
                            <dgm:constr type="w" for="ch" forName="backup2" refType="w" fact="-1"/>
                            <dgm:constr type="w" for="ch" forName="preLine2" refType="w" fact="0.11"/>
                            <dgm:constr type="w" for="ch" forName="desTx2" refType="w" fact="0.78"/>
                            <dgm:constr type="w" for="ch" forName="postLine2" refType="w" fact="0.11"/>
                          </dgm:constrLst>
                        </dgm:if>
                        <dgm:else name="Name58">
                          <dgm:constrLst>
                            <dgm:constr type="w" for="ch" forName="anchor2" refType="w" fact="0.89"/>
                            <dgm:constr type="w" for="ch" forName="backup2" refType="w" fact="-0.89"/>
                            <dgm:constr type="w" for="ch" forName="preLine2" refType="w" fact="0.11"/>
                            <dgm:constr type="w" for="ch" forName="desTx2" refType="w" fact="0.78"/>
                          </dgm:constrLst>
                        </dgm:else>
                      </dgm:choose>
                      <dgm:layoutNode name="anchor2" moveWith="desTx2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2" moveWith="desTx2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2" styleLbl="parChTrans1D1" moveWith="desTx2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2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59">
                        <dgm:if name="Name60" axis="root ch" ptType="all node" func="cnt" op="gte" val="3">
                          <dgm:layoutNode name="postLine2" styleLbl="parChTrans1D1" moveWith="desTx2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61"/>
                      </dgm:choose>
                    </dgm:layoutNode>
                  </dgm:forEach>
                  <dgm:choose name="Name62">
                    <dgm:if name="Name63" axis="root ch" ptType="all node" func="cnt" op="gte" val="3">
                      <dgm:forEach name="Name64" axis="self" ptType="parTrans">
                        <dgm:layoutNode name="Name65" styleLbl="parChTrans1D1">
                          <dgm:choose name="Name66">
                            <dgm:if name="Name67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3"/>
                                <dgm:param type="endSty" val="noArr"/>
                                <dgm:param type="dstNode" val="anchor2"/>
                              </dgm:alg>
                            </dgm:if>
                            <dgm:else name="Name68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3"/>
                                <dgm:param type="dstNode" val="anchor2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69"/>
                  </dgm:choose>
                </dgm:forEach>
              </dgm:layoutNode>
              <dgm:choose name="Name70">
                <dgm:if name="Name71" axis="root ch" ptType="all node" func="cnt" op="gte" val="3">
                  <dgm:layoutNode name="spPost2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72"/>
              </dgm:choose>
            </dgm:if>
            <dgm:else name="Name73"/>
          </dgm:choose>
        </dgm:if>
        <dgm:if name="Name74" axis="self" ptType="node" func="pos" op="equ" val="3">
          <dgm:layoutNode name="parTx3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75">
            <dgm:if name="Name76" axis="ch" ptType="node" func="cnt" op="gte" val="1">
              <dgm:layoutNode name="spPre3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3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3" refType="w" fact="0.77"/>
                  <dgm:constr type="w" for="ch" forName="top3" refType="w" refFor="ch" refForName="txAndLines3" fact="0.78"/>
                </dgm:constrLst>
                <dgm:forEach name="Name77" axis="ch">
                  <dgm:forEach name="Name78" axis="self" ptType="parTrans">
                    <dgm:layoutNode name="Name79" styleLbl="parChTrans1D1">
                      <dgm:choose name="Name80">
                        <dgm:if name="Name81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3"/>
                          </dgm:alg>
                        </dgm:if>
                        <dgm:else name="Name82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3"/>
                            <dgm:param type="dstNode" val="anchor3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83" axis="self" ptType="node">
                    <dgm:choose name="Name84">
                      <dgm:if name="Name85" axis="par ch" ptType="node node" func="cnt" op="equ" val="1">
                        <dgm:layoutNode name="top3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86"/>
                    </dgm:choose>
                    <dgm:layoutNode name="txAndLines3">
                      <dgm:choose name="Name87">
                        <dgm:if name="Name88" func="var" arg="dir" op="equ" val="norm">
                          <dgm:alg type="lin"/>
                        </dgm:if>
                        <dgm:else name="Name89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90">
                        <dgm:if name="Name91" axis="root ch" ptType="all node" func="cnt" op="gte" val="4">
                          <dgm:constrLst>
                            <dgm:constr type="w" for="ch" forName="anchor3" refType="w"/>
                            <dgm:constr type="w" for="ch" forName="backup3" refType="w" fact="-1"/>
                            <dgm:constr type="w" for="ch" forName="preLine3" refType="w" fact="0.11"/>
                            <dgm:constr type="w" for="ch" forName="desTx3" refType="w" fact="0.78"/>
                            <dgm:constr type="w" for="ch" forName="postLine3" refType="w" fact="0.11"/>
                          </dgm:constrLst>
                        </dgm:if>
                        <dgm:else name="Name92">
                          <dgm:constrLst>
                            <dgm:constr type="w" for="ch" forName="anchor3" refType="w" fact="0.89"/>
                            <dgm:constr type="w" for="ch" forName="backup3" refType="w" fact="-0.89"/>
                            <dgm:constr type="w" for="ch" forName="preLine3" refType="w" fact="0.11"/>
                            <dgm:constr type="w" for="ch" forName="desTx3" refType="w" fact="0.78"/>
                          </dgm:constrLst>
                        </dgm:else>
                      </dgm:choose>
                      <dgm:layoutNode name="anchor3" moveWith="desTx3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3" moveWith="desTx3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3" styleLbl="parChTrans1D1" moveWith="desTx3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3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93">
                        <dgm:if name="Name94" axis="root ch" ptType="all node" func="cnt" op="gte" val="4">
                          <dgm:layoutNode name="postLine3" styleLbl="parChTrans1D1" moveWith="desTx3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95"/>
                      </dgm:choose>
                    </dgm:layoutNode>
                  </dgm:forEach>
                  <dgm:choose name="Name96">
                    <dgm:if name="Name97" axis="root ch" ptType="all node" func="cnt" op="gte" val="4">
                      <dgm:forEach name="Name98" axis="self" ptType="parTrans">
                        <dgm:layoutNode name="Name99" styleLbl="parChTrans1D1">
                          <dgm:choose name="Name100">
                            <dgm:if name="Name101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4"/>
                                <dgm:param type="endSty" val="noArr"/>
                                <dgm:param type="dstNode" val="anchor3"/>
                              </dgm:alg>
                            </dgm:if>
                            <dgm:else name="Name102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4"/>
                                <dgm:param type="dstNode" val="anchor3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03"/>
                  </dgm:choose>
                </dgm:forEach>
              </dgm:layoutNode>
              <dgm:choose name="Name104">
                <dgm:if name="Name105" axis="root ch" ptType="all node" func="cnt" op="gte" val="4">
                  <dgm:layoutNode name="spPost3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06"/>
              </dgm:choose>
            </dgm:if>
            <dgm:else name="Name107"/>
          </dgm:choose>
        </dgm:if>
        <dgm:if name="Name108" axis="self" ptType="node" func="pos" op="equ" val="4">
          <dgm:layoutNode name="parTx4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09">
            <dgm:if name="Name110" axis="ch" ptType="node" func="cnt" op="gte" val="1">
              <dgm:layoutNode name="spPre4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4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4" refType="w" fact="0.77"/>
                  <dgm:constr type="w" for="ch" forName="top4" refType="w" refFor="ch" refForName="txAndLines4" fact="0.78"/>
                </dgm:constrLst>
                <dgm:forEach name="Name111" axis="ch">
                  <dgm:forEach name="Name112" axis="self" ptType="parTrans">
                    <dgm:layoutNode name="Name113" styleLbl="parChTrans1D1">
                      <dgm:choose name="Name114">
                        <dgm:if name="Name115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4"/>
                          </dgm:alg>
                        </dgm:if>
                        <dgm:else name="Name116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4"/>
                            <dgm:param type="dstNode" val="anchor4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17" axis="self" ptType="node">
                    <dgm:choose name="Name118">
                      <dgm:if name="Name119" axis="par ch" ptType="node node" func="cnt" op="equ" val="1">
                        <dgm:layoutNode name="top4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20"/>
                    </dgm:choose>
                    <dgm:layoutNode name="txAndLines4">
                      <dgm:choose name="Name121">
                        <dgm:if name="Name122" func="var" arg="dir" op="equ" val="norm">
                          <dgm:alg type="lin"/>
                        </dgm:if>
                        <dgm:else name="Name123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24">
                        <dgm:if name="Name125" axis="root ch" ptType="all node" func="cnt" op="gte" val="5">
                          <dgm:constrLst>
                            <dgm:constr type="w" for="ch" forName="anchor4" refType="w"/>
                            <dgm:constr type="w" for="ch" forName="backup4" refType="w" fact="-1"/>
                            <dgm:constr type="w" for="ch" forName="preLine4" refType="w" fact="0.11"/>
                            <dgm:constr type="w" for="ch" forName="desTx4" refType="w" fact="0.78"/>
                            <dgm:constr type="w" for="ch" forName="postLine4" refType="w" fact="0.11"/>
                          </dgm:constrLst>
                        </dgm:if>
                        <dgm:else name="Name126">
                          <dgm:constrLst>
                            <dgm:constr type="w" for="ch" forName="anchor4" refType="w" fact="0.89"/>
                            <dgm:constr type="w" for="ch" forName="backup4" refType="w" fact="-0.89"/>
                            <dgm:constr type="w" for="ch" forName="preLine4" refType="w" fact="0.11"/>
                            <dgm:constr type="w" for="ch" forName="desTx4" refType="w" fact="0.78"/>
                          </dgm:constrLst>
                        </dgm:else>
                      </dgm:choose>
                      <dgm:layoutNode name="anchor4" moveWith="desTx4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4" moveWith="desTx4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4" styleLbl="parChTrans1D1" moveWith="desTx4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4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27">
                        <dgm:if name="Name128" axis="root ch" ptType="all node" func="cnt" op="gte" val="5">
                          <dgm:layoutNode name="postLine4" styleLbl="parChTrans1D1" moveWith="desTx4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29"/>
                      </dgm:choose>
                    </dgm:layoutNode>
                  </dgm:forEach>
                  <dgm:choose name="Name130">
                    <dgm:if name="Name131" axis="root ch" ptType="all node" func="cnt" op="gte" val="5">
                      <dgm:forEach name="Name132" axis="self" ptType="parTrans">
                        <dgm:layoutNode name="Name133" styleLbl="parChTrans1D1">
                          <dgm:choose name="Name134">
                            <dgm:if name="Name135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5"/>
                                <dgm:param type="endSty" val="noArr"/>
                                <dgm:param type="dstNode" val="anchor4"/>
                              </dgm:alg>
                            </dgm:if>
                            <dgm:else name="Name136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5"/>
                                <dgm:param type="dstNode" val="anchor4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37"/>
                  </dgm:choose>
                </dgm:forEach>
              </dgm:layoutNode>
              <dgm:choose name="Name138">
                <dgm:if name="Name139" axis="root ch" ptType="all node" func="cnt" op="gte" val="5">
                  <dgm:layoutNode name="spPost4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40"/>
              </dgm:choose>
            </dgm:if>
            <dgm:else name="Name141"/>
          </dgm:choose>
        </dgm:if>
        <dgm:if name="Name142" axis="self" ptType="node" func="pos" op="equ" val="5">
          <dgm:layoutNode name="parTx5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43">
            <dgm:if name="Name144" axis="ch" ptType="node" func="cnt" op="gte" val="1">
              <dgm:layoutNode name="spPre5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5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5" refType="w" fact="0.77"/>
                  <dgm:constr type="w" for="ch" forName="top5" refType="w" refFor="ch" refForName="txAndLines5" fact="0.78"/>
                </dgm:constrLst>
                <dgm:forEach name="Name145" axis="ch">
                  <dgm:forEach name="Name146" axis="self" ptType="parTrans">
                    <dgm:layoutNode name="Name147" styleLbl="parChTrans1D1">
                      <dgm:choose name="Name148">
                        <dgm:if name="Name149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5"/>
                          </dgm:alg>
                        </dgm:if>
                        <dgm:else name="Name150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5"/>
                            <dgm:param type="dstNode" val="anchor5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51" axis="self" ptType="node">
                    <dgm:choose name="Name152">
                      <dgm:if name="Name153" axis="par ch" ptType="node node" func="cnt" op="equ" val="1">
                        <dgm:layoutNode name="top5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54"/>
                    </dgm:choose>
                    <dgm:layoutNode name="txAndLines5">
                      <dgm:choose name="Name155">
                        <dgm:if name="Name156" func="var" arg="dir" op="equ" val="norm">
                          <dgm:alg type="lin"/>
                        </dgm:if>
                        <dgm:else name="Name157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58">
                        <dgm:if name="Name159" axis="root ch" ptType="all node" func="cnt" op="gte" val="6">
                          <dgm:constrLst>
                            <dgm:constr type="w" for="ch" forName="anchor5" refType="w"/>
                            <dgm:constr type="w" for="ch" forName="backup5" refType="w" fact="-1"/>
                            <dgm:constr type="w" for="ch" forName="preLine5" refType="w" fact="0.11"/>
                            <dgm:constr type="w" for="ch" forName="desTx5" refType="w" fact="0.78"/>
                            <dgm:constr type="w" for="ch" forName="postLine5" refType="w" fact="0.11"/>
                          </dgm:constrLst>
                        </dgm:if>
                        <dgm:else name="Name160">
                          <dgm:constrLst>
                            <dgm:constr type="w" for="ch" forName="anchor5" refType="w" fact="0.89"/>
                            <dgm:constr type="w" for="ch" forName="backup5" refType="w" fact="-0.89"/>
                            <dgm:constr type="w" for="ch" forName="preLine5" refType="w" fact="0.11"/>
                            <dgm:constr type="w" for="ch" forName="desTx5" refType="w" fact="0.78"/>
                          </dgm:constrLst>
                        </dgm:else>
                      </dgm:choose>
                      <dgm:layoutNode name="anchor5" moveWith="desTx5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5" moveWith="desTx5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5" styleLbl="parChTrans1D1" moveWith="desTx5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5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61">
                        <dgm:if name="Name162" axis="root ch" ptType="all node" func="cnt" op="gte" val="6">
                          <dgm:layoutNode name="postLine5" styleLbl="parChTrans1D1" moveWith="desTx5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63"/>
                      </dgm:choose>
                    </dgm:layoutNode>
                  </dgm:forEach>
                  <dgm:choose name="Name164">
                    <dgm:if name="Name165" axis="root ch" ptType="all node" func="cnt" op="gte" val="6">
                      <dgm:forEach name="Name166" axis="self" ptType="parTrans">
                        <dgm:layoutNode name="Name167" styleLbl="parChTrans1D1">
                          <dgm:choose name="Name168">
                            <dgm:if name="Name169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6"/>
                                <dgm:param type="endSty" val="noArr"/>
                                <dgm:param type="dstNode" val="anchor5"/>
                              </dgm:alg>
                            </dgm:if>
                            <dgm:else name="Name170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6"/>
                                <dgm:param type="dstNode" val="anchor5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71"/>
                  </dgm:choose>
                </dgm:forEach>
              </dgm:layoutNode>
              <dgm:choose name="Name172">
                <dgm:if name="Name173" axis="root ch" ptType="all node" func="cnt" op="gte" val="6">
                  <dgm:layoutNode name="spPost5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74"/>
              </dgm:choose>
            </dgm:if>
            <dgm:else name="Name175"/>
          </dgm:choose>
        </dgm:if>
        <dgm:if name="Name176" axis="self" ptType="node" func="pos" op="equ" val="6">
          <dgm:layoutNode name="parTx6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77">
            <dgm:if name="Name178" axis="ch" ptType="node" func="cnt" op="gte" val="1">
              <dgm:layoutNode name="spPre6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6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6" refType="w" fact="0.77"/>
                  <dgm:constr type="w" for="ch" forName="top6" refType="w" refFor="ch" refForName="txAndLines6" fact="0.78"/>
                </dgm:constrLst>
                <dgm:forEach name="Name179" axis="ch">
                  <dgm:forEach name="Name180" axis="self" ptType="parTrans">
                    <dgm:layoutNode name="Name181" styleLbl="parChTrans1D1">
                      <dgm:choose name="Name182">
                        <dgm:if name="Name183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6"/>
                          </dgm:alg>
                        </dgm:if>
                        <dgm:else name="Name184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6"/>
                            <dgm:param type="dstNode" val="anchor6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85" axis="self" ptType="node">
                    <dgm:choose name="Name186">
                      <dgm:if name="Name187" axis="par ch" ptType="node node" func="cnt" op="equ" val="1">
                        <dgm:layoutNode name="top6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88"/>
                    </dgm:choose>
                    <dgm:layoutNode name="txAndLines6">
                      <dgm:choose name="Name189">
                        <dgm:if name="Name190" func="var" arg="dir" op="equ" val="norm">
                          <dgm:alg type="lin"/>
                        </dgm:if>
                        <dgm:else name="Name191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92">
                        <dgm:if name="Name193" axis="root ch" ptType="all node" func="cnt" op="gte" val="7">
                          <dgm:constrLst>
                            <dgm:constr type="w" for="ch" forName="anchor6" refType="w"/>
                            <dgm:constr type="w" for="ch" forName="backup6" refType="w" fact="-1"/>
                            <dgm:constr type="w" for="ch" forName="preLine6" refType="w" fact="0.11"/>
                            <dgm:constr type="w" for="ch" forName="desTx6" refType="w" fact="0.78"/>
                            <dgm:constr type="w" for="ch" forName="postLine6" refType="w" fact="0.11"/>
                          </dgm:constrLst>
                        </dgm:if>
                        <dgm:else name="Name194">
                          <dgm:constrLst>
                            <dgm:constr type="w" for="ch" forName="anchor6" refType="w" fact="0.89"/>
                            <dgm:constr type="w" for="ch" forName="backup6" refType="w" fact="-0.89"/>
                            <dgm:constr type="w" for="ch" forName="preLine6" refType="w" fact="0.11"/>
                            <dgm:constr type="w" for="ch" forName="desTx6" refType="w" fact="0.78"/>
                          </dgm:constrLst>
                        </dgm:else>
                      </dgm:choose>
                      <dgm:layoutNode name="anchor6" moveWith="desTx6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6" moveWith="desTx6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6" styleLbl="parChTrans1D1" moveWith="desTx6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6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95">
                        <dgm:if name="Name196" axis="root ch" ptType="all node" func="cnt" op="gte" val="7">
                          <dgm:layoutNode name="postLine6" styleLbl="parChTrans1D1" moveWith="desTx6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97"/>
                      </dgm:choose>
                    </dgm:layoutNode>
                  </dgm:forEach>
                  <dgm:choose name="Name198">
                    <dgm:if name="Name199" axis="root ch" ptType="all node" func="cnt" op="gte" val="7">
                      <dgm:forEach name="Name200" axis="self" ptType="parTrans">
                        <dgm:layoutNode name="Name201" styleLbl="parChTrans1D1">
                          <dgm:choose name="Name202">
                            <dgm:if name="Name203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7"/>
                                <dgm:param type="endSty" val="noArr"/>
                                <dgm:param type="dstNode" val="anchor6"/>
                              </dgm:alg>
                            </dgm:if>
                            <dgm:else name="Name204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7"/>
                                <dgm:param type="dstNode" val="anchor6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205"/>
                  </dgm:choose>
                </dgm:forEach>
              </dgm:layoutNode>
              <dgm:choose name="Name206">
                <dgm:if name="Name207" axis="root ch" ptType="all node" func="cnt" op="gte" val="7">
                  <dgm:layoutNode name="spPost6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208"/>
              </dgm:choose>
            </dgm:if>
            <dgm:else name="Name209"/>
          </dgm:choose>
        </dgm:if>
        <dgm:if name="Name210" axis="self" ptType="node" func="pos" op="equ" val="7">
          <dgm:layoutNode name="parTx7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211">
            <dgm:if name="Name212" axis="ch" ptType="node" func="cnt" op="gte" val="1">
              <dgm:layoutNode name="spPre7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7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7" refType="w" fact="0.77"/>
                  <dgm:constr type="w" for="ch" forName="top7" refType="w" refFor="ch" refForName="txAndLines7" fact="0.78"/>
                </dgm:constrLst>
                <dgm:forEach name="Name213" axis="ch">
                  <dgm:forEach name="Name214" axis="self" ptType="parTrans">
                    <dgm:layoutNode name="Name215" styleLbl="parChTrans1D1">
                      <dgm:choose name="Name216">
                        <dgm:if name="Name217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7"/>
                          </dgm:alg>
                        </dgm:if>
                        <dgm:else name="Name218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7"/>
                            <dgm:param type="dstNode" val="anchor7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219" axis="self" ptType="node">
                    <dgm:choose name="Name220">
                      <dgm:if name="Name221" axis="par ch" ptType="node node" func="cnt" op="equ" val="1">
                        <dgm:layoutNode name="top7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222"/>
                    </dgm:choose>
                    <dgm:layoutNode name="txAndLines7">
                      <dgm:choose name="Name223">
                        <dgm:if name="Name224" func="var" arg="dir" op="equ" val="norm">
                          <dgm:alg type="lin"/>
                        </dgm:if>
                        <dgm:else name="Name225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w" for="ch" forName="anchor7" refType="w" fact="0.89"/>
                        <dgm:constr type="w" for="ch" forName="backup7" refType="w" fact="-0.89"/>
                        <dgm:constr type="w" for="ch" forName="preLine7" refType="w" fact="0.11"/>
                        <dgm:constr type="w" for="ch" forName="desTx7" refType="w" fact="0.78"/>
                      </dgm:constrLst>
                      <dgm:layoutNode name="anchor7" moveWith="desTx7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7" moveWith="desTx7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7" styleLbl="parChTrans1D1" moveWith="desTx7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7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</dgm:layoutNode>
                  </dgm:forEach>
                </dgm:forEach>
              </dgm:layoutNode>
            </dgm:if>
            <dgm:else name="Name226"/>
          </dgm:choose>
        </dgm:if>
        <dgm:else name="Name227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13B5F6C-7147-4370-8AA3-64F41DDFD9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330640-1F0F-4FD2-8E0F-D61F3EB9CF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E76A23-F64E-410E-9933-5CF80C92A90C}" type="datetimeFigureOut">
              <a:rPr lang="en-ID" smtClean="0"/>
              <a:t>09/09/24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F83D6D-9183-40AA-8D07-E195A3312C5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B6699-E673-4492-8D3D-8CF2AFF95C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8317EE-0622-4866-8D18-25CE03D2752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388866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E8909-E5A9-4597-8B2B-4FE5570D75EB}" type="datetimeFigureOut">
              <a:rPr lang="en-ID" smtClean="0"/>
              <a:t>09/09/24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CC75A8-F08B-4865-8B51-4C323A3291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4476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D71F969-6E0E-4CE4-8D83-FB7E1E36943B}"/>
              </a:ext>
            </a:extLst>
          </p:cNvPr>
          <p:cNvSpPr/>
          <p:nvPr userDrawn="1"/>
        </p:nvSpPr>
        <p:spPr>
          <a:xfrm>
            <a:off x="2986617" y="1583266"/>
            <a:ext cx="3886200" cy="4360334"/>
          </a:xfrm>
          <a:prstGeom prst="rect">
            <a:avLst/>
          </a:prstGeom>
          <a:solidFill>
            <a:srgbClr val="EFEFE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CA5C42-8660-4144-90F8-83E42246A6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56062" y="2218764"/>
            <a:ext cx="4492788" cy="3004741"/>
          </a:xfrm>
          <a:noFill/>
          <a:ln w="76200">
            <a:noFill/>
          </a:ln>
        </p:spPr>
        <p:txBody>
          <a:bodyPr anchor="ctr">
            <a:noAutofit/>
          </a:bodyPr>
          <a:lstStyle>
            <a:lvl1pPr algn="l">
              <a:defRPr sz="7200">
                <a:solidFill>
                  <a:srgbClr val="353638"/>
                </a:solidFill>
                <a:latin typeface="+mj-lt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A84757-0A31-42A4-8AF4-E9682F7256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804084" y="5490105"/>
            <a:ext cx="3549716" cy="453495"/>
          </a:xfrm>
        </p:spPr>
        <p:txBody>
          <a:bodyPr/>
          <a:lstStyle>
            <a:lvl1pPr marL="0" indent="0" algn="ctr">
              <a:buNone/>
              <a:defRPr sz="2400" i="0">
                <a:solidFill>
                  <a:schemeClr val="accent6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AE704-8736-43EB-B790-0237AE0C5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EFEFEF"/>
                </a:solidFill>
                <a:latin typeface="Playfair Display" panose="00000500000000000000" pitchFamily="2" charset="0"/>
              </a:defRPr>
            </a:lvl1pPr>
          </a:lstStyle>
          <a:p>
            <a:fld id="{79AA9DB5-A1F6-4624-970D-0BADA959D4A3}" type="datetimeFigureOut">
              <a:rPr lang="en-ID" smtClean="0"/>
              <a:pPr/>
              <a:t>09/09/24</a:t>
            </a:fld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2D268-297F-4761-8EF4-DC6A0F988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EFEFEF"/>
                </a:solidFill>
                <a:latin typeface="Playfair Display" panose="00000500000000000000" pitchFamily="2" charset="0"/>
              </a:defRPr>
            </a:lvl1pPr>
          </a:lstStyle>
          <a:p>
            <a:endParaRPr lang="en-ID" dirty="0">
              <a:solidFill>
                <a:srgbClr val="EFEFE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180F5-C3D6-4504-BDF3-1BCE2F53A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EFEFEF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CDE7881-E5A5-46DB-B675-AAD88C9EC8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3950" y="0"/>
            <a:ext cx="3514725" cy="47529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94618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B13F92-5DF7-41CB-BA05-FEC39036209B}"/>
              </a:ext>
            </a:extLst>
          </p:cNvPr>
          <p:cNvSpPr/>
          <p:nvPr userDrawn="1"/>
        </p:nvSpPr>
        <p:spPr>
          <a:xfrm>
            <a:off x="266700" y="70418"/>
            <a:ext cx="11658600" cy="633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7BFD46-59E1-4F55-AC46-F453E1B06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902065"/>
            <a:ext cx="5105927" cy="1325563"/>
          </a:xfrm>
        </p:spPr>
        <p:txBody>
          <a:bodyPr>
            <a:noAutofit/>
          </a:bodyPr>
          <a:lstStyle>
            <a:lvl1pPr>
              <a:defRPr sz="7200">
                <a:solidFill>
                  <a:srgbClr val="353638"/>
                </a:solidFill>
              </a:defRPr>
            </a:lvl1pPr>
          </a:lstStyle>
          <a:p>
            <a:r>
              <a:rPr lang="en-US" dirty="0"/>
              <a:t>title</a:t>
            </a:r>
            <a:endParaRPr lang="en-ID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C66221-AADF-4726-9FA1-2CB4F0C22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86110"/>
            <a:ext cx="2743200" cy="36512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79AA9DB5-A1F6-4624-970D-0BADA959D4A3}" type="datetimeFigureOut">
              <a:rPr lang="en-ID" smtClean="0"/>
              <a:pPr/>
              <a:t>09/09/24</a:t>
            </a:fld>
            <a:endParaRPr lang="en-ID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143C5-1D4B-46C8-A783-9D7353BCC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86110"/>
            <a:ext cx="4114800" cy="36512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B84BE-8FE3-4C31-9AE1-41C645AC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086110"/>
            <a:ext cx="2743200" cy="36512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A6F1EC-F7C2-4665-9DDF-2E52290BFA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33551" y="3622450"/>
            <a:ext cx="2609850" cy="1998685"/>
          </a:xfrm>
        </p:spPr>
        <p:txBody>
          <a:bodyPr anchor="t">
            <a:noAutofit/>
          </a:bodyPr>
          <a:lstStyle>
            <a:lvl1pPr algn="l">
              <a:defRPr sz="1800">
                <a:solidFill>
                  <a:srgbClr val="353638"/>
                </a:solidFill>
              </a:defRPr>
            </a:lvl1pPr>
            <a:lvl2pPr algn="l">
              <a:defRPr sz="1600">
                <a:solidFill>
                  <a:srgbClr val="353638"/>
                </a:solidFill>
              </a:defRPr>
            </a:lvl2pPr>
            <a:lvl3pPr algn="l">
              <a:defRPr sz="1400">
                <a:solidFill>
                  <a:srgbClr val="353638"/>
                </a:solidFill>
              </a:defRPr>
            </a:lvl3pPr>
            <a:lvl4pPr algn="l">
              <a:defRPr sz="1200">
                <a:solidFill>
                  <a:srgbClr val="353638"/>
                </a:solidFill>
              </a:defRPr>
            </a:lvl4pPr>
            <a:lvl5pPr algn="l">
              <a:defRPr sz="1200">
                <a:solidFill>
                  <a:srgbClr val="353638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B455469-8D17-467F-A532-836304E7BC3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075" y="3622450"/>
            <a:ext cx="2609850" cy="1998685"/>
          </a:xfrm>
        </p:spPr>
        <p:txBody>
          <a:bodyPr anchor="t">
            <a:noAutofit/>
          </a:bodyPr>
          <a:lstStyle>
            <a:lvl1pPr algn="l">
              <a:defRPr sz="1400">
                <a:solidFill>
                  <a:srgbClr val="353638"/>
                </a:solidFill>
              </a:defRPr>
            </a:lvl1pPr>
            <a:lvl2pPr algn="l">
              <a:defRPr sz="1200">
                <a:solidFill>
                  <a:srgbClr val="353638"/>
                </a:solidFill>
              </a:defRPr>
            </a:lvl2pPr>
            <a:lvl3pPr algn="l">
              <a:defRPr sz="1100">
                <a:solidFill>
                  <a:srgbClr val="353638"/>
                </a:solidFill>
              </a:defRPr>
            </a:lvl3pPr>
            <a:lvl4pPr algn="l">
              <a:defRPr sz="1050">
                <a:solidFill>
                  <a:srgbClr val="353638"/>
                </a:solidFill>
              </a:defRPr>
            </a:lvl4pPr>
            <a:lvl5pPr algn="l">
              <a:defRPr sz="1050">
                <a:solidFill>
                  <a:srgbClr val="353638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F294ABF-07A9-44CD-AC9B-A0922AEA59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8599" y="3622450"/>
            <a:ext cx="2609850" cy="1998685"/>
          </a:xfrm>
        </p:spPr>
        <p:txBody>
          <a:bodyPr anchor="t">
            <a:noAutofit/>
          </a:bodyPr>
          <a:lstStyle>
            <a:lvl1pPr algn="l">
              <a:defRPr sz="1400">
                <a:solidFill>
                  <a:srgbClr val="353638"/>
                </a:solidFill>
              </a:defRPr>
            </a:lvl1pPr>
            <a:lvl2pPr algn="l">
              <a:defRPr sz="1200">
                <a:solidFill>
                  <a:srgbClr val="353638"/>
                </a:solidFill>
              </a:defRPr>
            </a:lvl2pPr>
            <a:lvl3pPr algn="l">
              <a:defRPr sz="1100">
                <a:solidFill>
                  <a:srgbClr val="353638"/>
                </a:solidFill>
              </a:defRPr>
            </a:lvl3pPr>
            <a:lvl4pPr algn="l">
              <a:defRPr sz="1050">
                <a:solidFill>
                  <a:srgbClr val="353638"/>
                </a:solidFill>
              </a:defRPr>
            </a:lvl4pPr>
            <a:lvl5pPr algn="l">
              <a:defRPr sz="1050">
                <a:solidFill>
                  <a:srgbClr val="353638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9A8ED02-4B65-47C9-A125-EB2355B93A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33551" y="2709727"/>
            <a:ext cx="2609850" cy="892175"/>
          </a:xfrm>
        </p:spPr>
        <p:txBody>
          <a:bodyPr anchor="b">
            <a:normAutofit/>
          </a:bodyPr>
          <a:lstStyle>
            <a:lvl1pPr algn="r">
              <a:buNone/>
              <a:defRPr sz="4800">
                <a:solidFill>
                  <a:srgbClr val="353638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01</a:t>
            </a:r>
            <a:endParaRPr lang="en-ID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34E66934-F5D3-4FDA-BA1C-45655FDDAE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1075" y="2709726"/>
            <a:ext cx="2609850" cy="892175"/>
          </a:xfrm>
        </p:spPr>
        <p:txBody>
          <a:bodyPr anchor="b">
            <a:normAutofit/>
          </a:bodyPr>
          <a:lstStyle>
            <a:lvl1pPr algn="r">
              <a:buNone/>
              <a:defRPr sz="4800">
                <a:solidFill>
                  <a:srgbClr val="353638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02</a:t>
            </a:r>
            <a:endParaRPr lang="en-ID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3C5B7C1C-3DBB-4926-AA3C-772DCC1A13A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8599" y="2730275"/>
            <a:ext cx="2609850" cy="892175"/>
          </a:xfrm>
        </p:spPr>
        <p:txBody>
          <a:bodyPr anchor="b">
            <a:normAutofit/>
          </a:bodyPr>
          <a:lstStyle>
            <a:lvl1pPr algn="r">
              <a:buNone/>
              <a:defRPr sz="4800">
                <a:solidFill>
                  <a:srgbClr val="353638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03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44639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B13F92-5DF7-41CB-BA05-FEC39036209B}"/>
              </a:ext>
            </a:extLst>
          </p:cNvPr>
          <p:cNvSpPr/>
          <p:nvPr userDrawn="1"/>
        </p:nvSpPr>
        <p:spPr>
          <a:xfrm>
            <a:off x="192156" y="248479"/>
            <a:ext cx="11658600" cy="633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7BFD46-59E1-4F55-AC46-F453E1B06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244" y="248479"/>
            <a:ext cx="10760765" cy="1118562"/>
          </a:xfrm>
        </p:spPr>
        <p:txBody>
          <a:bodyPr>
            <a:noAutofit/>
          </a:bodyPr>
          <a:lstStyle>
            <a:lvl1pPr>
              <a:defRPr sz="7200">
                <a:solidFill>
                  <a:srgbClr val="353638"/>
                </a:solidFill>
              </a:defRPr>
            </a:lvl1pPr>
          </a:lstStyle>
          <a:p>
            <a:r>
              <a:rPr lang="en-US" dirty="0"/>
              <a:t>title</a:t>
            </a:r>
            <a:endParaRPr lang="en-ID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C66221-AADF-4726-9FA1-2CB4F0C22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86110"/>
            <a:ext cx="2743200" cy="36512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79AA9DB5-A1F6-4624-970D-0BADA959D4A3}" type="datetimeFigureOut">
              <a:rPr lang="en-ID" smtClean="0"/>
              <a:pPr/>
              <a:t>09/09/24</a:t>
            </a:fld>
            <a:endParaRPr lang="en-ID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143C5-1D4B-46C8-A783-9D7353BCC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86110"/>
            <a:ext cx="4114800" cy="36512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B84BE-8FE3-4C31-9AE1-41C645AC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086110"/>
            <a:ext cx="2743200" cy="36512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A6F1EC-F7C2-4665-9DDF-2E52290BFA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1244" y="1623918"/>
            <a:ext cx="10760765" cy="4222078"/>
          </a:xfrm>
        </p:spPr>
        <p:txBody>
          <a:bodyPr anchor="t">
            <a:noAutofit/>
          </a:bodyPr>
          <a:lstStyle>
            <a:lvl1pPr algn="l">
              <a:defRPr sz="1800">
                <a:solidFill>
                  <a:srgbClr val="353638"/>
                </a:solidFill>
              </a:defRPr>
            </a:lvl1pPr>
            <a:lvl2pPr algn="l">
              <a:defRPr sz="1600">
                <a:solidFill>
                  <a:srgbClr val="353638"/>
                </a:solidFill>
              </a:defRPr>
            </a:lvl2pPr>
            <a:lvl3pPr algn="l">
              <a:defRPr sz="1400">
                <a:solidFill>
                  <a:srgbClr val="353638"/>
                </a:solidFill>
              </a:defRPr>
            </a:lvl3pPr>
            <a:lvl4pPr algn="l">
              <a:defRPr sz="1200">
                <a:solidFill>
                  <a:srgbClr val="353638"/>
                </a:solidFill>
              </a:defRPr>
            </a:lvl4pPr>
            <a:lvl5pPr algn="l">
              <a:defRPr sz="1200">
                <a:solidFill>
                  <a:srgbClr val="353638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8219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F63E014-1321-48E9-B52A-FB0C6219386D}"/>
              </a:ext>
            </a:extLst>
          </p:cNvPr>
          <p:cNvSpPr/>
          <p:nvPr userDrawn="1"/>
        </p:nvSpPr>
        <p:spPr>
          <a:xfrm>
            <a:off x="0" y="1583267"/>
            <a:ext cx="3167795" cy="52681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E9408FB-A5AE-4EEB-950E-702672377409}"/>
              </a:ext>
            </a:extLst>
          </p:cNvPr>
          <p:cNvSpPr/>
          <p:nvPr userDrawn="1"/>
        </p:nvSpPr>
        <p:spPr>
          <a:xfrm>
            <a:off x="509900" y="3546662"/>
            <a:ext cx="3167795" cy="3015876"/>
          </a:xfrm>
          <a:prstGeom prst="ellipse">
            <a:avLst/>
          </a:prstGeom>
          <a:solidFill>
            <a:srgbClr val="353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348D8E-0493-4EF1-B782-5EE808C27BA7}"/>
              </a:ext>
            </a:extLst>
          </p:cNvPr>
          <p:cNvSpPr/>
          <p:nvPr userDrawn="1"/>
        </p:nvSpPr>
        <p:spPr>
          <a:xfrm>
            <a:off x="10456333" y="1"/>
            <a:ext cx="1735666" cy="55352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7BFD46-59E1-4F55-AC46-F453E1B06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9527124" y="1853679"/>
            <a:ext cx="3681241" cy="840691"/>
          </a:xfrm>
        </p:spPr>
        <p:txBody>
          <a:bodyPr>
            <a:noAutofit/>
          </a:bodyPr>
          <a:lstStyle>
            <a:lvl1pPr>
              <a:defRPr sz="5400">
                <a:solidFill>
                  <a:srgbClr val="EFEFEF"/>
                </a:solidFill>
              </a:defRPr>
            </a:lvl1pPr>
          </a:lstStyle>
          <a:p>
            <a:r>
              <a:rPr lang="en-US" dirty="0"/>
              <a:t>about us</a:t>
            </a:r>
            <a:endParaRPr lang="en-ID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C66221-AADF-4726-9FA1-2CB4F0C22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110" y="6356350"/>
            <a:ext cx="2743200" cy="365125"/>
          </a:xfrm>
        </p:spPr>
        <p:txBody>
          <a:bodyPr/>
          <a:lstStyle/>
          <a:p>
            <a:fld id="{79AA9DB5-A1F6-4624-970D-0BADA959D4A3}" type="datetimeFigureOut">
              <a:rPr lang="en-ID" smtClean="0"/>
              <a:t>09/09/24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143C5-1D4B-46C8-A783-9D7353BCC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7596" y="6356350"/>
            <a:ext cx="4114800" cy="365125"/>
          </a:xfrm>
        </p:spPr>
        <p:txBody>
          <a:bodyPr/>
          <a:lstStyle/>
          <a:p>
            <a:endParaRPr lang="en-I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B84BE-8FE3-4C31-9AE1-41C645AC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4206" y="6356350"/>
            <a:ext cx="2743200" cy="365125"/>
          </a:xfrm>
        </p:spPr>
        <p:txBody>
          <a:bodyPr/>
          <a:lstStyle/>
          <a:p>
            <a:fld id="{356B735F-8457-406A-A744-FC5DA5F22371}" type="slidenum">
              <a:rPr lang="en-ID" smtClean="0"/>
              <a:t>‹#›</a:t>
            </a:fld>
            <a:endParaRPr lang="en-ID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DB9D8F12-25F7-426A-B193-60FF98B295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664825" y="2472112"/>
            <a:ext cx="3005939" cy="3015876"/>
          </a:xfrm>
          <a:prstGeom prst="rect">
            <a:avLst/>
          </a:prstGeom>
          <a:ln w="76200"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rgbClr val="63685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D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79000F2-C3BD-4EE0-A686-60147953B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42520" y="1193799"/>
            <a:ext cx="3876143" cy="3716867"/>
          </a:xfrm>
        </p:spPr>
        <p:txBody>
          <a:bodyPr/>
          <a:lstStyle>
            <a:lvl1pPr marL="0" indent="0" algn="just">
              <a:buNone/>
              <a:defRPr sz="16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9229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imon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9AF841DC-D574-4860-A54E-DCDF6F8E2BAC}"/>
              </a:ext>
            </a:extLst>
          </p:cNvPr>
          <p:cNvSpPr/>
          <p:nvPr userDrawn="1"/>
        </p:nvSpPr>
        <p:spPr>
          <a:xfrm>
            <a:off x="1105980" y="1389340"/>
            <a:ext cx="2376995" cy="2385080"/>
          </a:xfrm>
          <a:prstGeom prst="ellipse">
            <a:avLst/>
          </a:prstGeom>
          <a:solidFill>
            <a:srgbClr val="35363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488F14-0336-4CEB-B7E2-A0890AA0CF56}"/>
              </a:ext>
            </a:extLst>
          </p:cNvPr>
          <p:cNvSpPr/>
          <p:nvPr userDrawn="1"/>
        </p:nvSpPr>
        <p:spPr>
          <a:xfrm>
            <a:off x="2544233" y="873125"/>
            <a:ext cx="3886200" cy="50503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C4C43F-DBE5-4AEA-9C3F-8E3539CAF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311997" y="3340966"/>
            <a:ext cx="4705205" cy="1325563"/>
          </a:xfrm>
        </p:spPr>
        <p:txBody>
          <a:bodyPr/>
          <a:lstStyle>
            <a:lvl1pPr algn="l">
              <a:defRPr sz="66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heading</a:t>
            </a:r>
            <a:endParaRPr lang="en-ID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57D6B8C-279B-491D-A3BC-1A714971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A9DB5-A1F6-4624-970D-0BADA959D4A3}" type="datetimeFigureOut">
              <a:rPr lang="en-ID" smtClean="0"/>
              <a:t>09/09/24</a:t>
            </a:fld>
            <a:endParaRPr lang="en-ID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955452E-2FAF-4D88-880B-0CDDE3FD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29B176-3BD8-48FB-A73F-E819CB2EC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t>‹#›</a:t>
            </a:fld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6AC282-F079-475F-BD8B-2496927CC0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0363" y="1262592"/>
            <a:ext cx="3292475" cy="4296833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72AC95-6CBE-4235-A692-1840BBD3E6B0}"/>
              </a:ext>
            </a:extLst>
          </p:cNvPr>
          <p:cNvSpPr/>
          <p:nvPr userDrawn="1"/>
        </p:nvSpPr>
        <p:spPr>
          <a:xfrm>
            <a:off x="6929945" y="873125"/>
            <a:ext cx="3886200" cy="50503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4EFE4270-4E02-42BA-84A0-06536195F3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69141" y="1262592"/>
            <a:ext cx="3292475" cy="4296833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EE017B-1E6F-4206-BCBD-97EAC2046E15}"/>
              </a:ext>
            </a:extLst>
          </p:cNvPr>
          <p:cNvSpPr/>
          <p:nvPr userDrawn="1"/>
        </p:nvSpPr>
        <p:spPr>
          <a:xfrm>
            <a:off x="9647767" y="4941358"/>
            <a:ext cx="2544233" cy="161925"/>
          </a:xfrm>
          <a:prstGeom prst="rect">
            <a:avLst/>
          </a:prstGeom>
          <a:solidFill>
            <a:srgbClr val="353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15117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F9AFA-F1A4-4219-979B-6CECB1B293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23922" y="3429000"/>
            <a:ext cx="3823528" cy="1645189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one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0B6C0-F851-4755-8DFC-C25496DDE40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523922" y="5101177"/>
            <a:ext cx="3823528" cy="548145"/>
          </a:xfrm>
        </p:spPr>
        <p:txBody>
          <a:bodyPr/>
          <a:lstStyle>
            <a:lvl1pPr marL="0" indent="0">
              <a:buNone/>
              <a:defRPr sz="2400">
                <a:solidFill>
                  <a:srgbClr val="76838B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DE03B-7B5E-468E-A317-7B5F0B33C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79AA9DB5-A1F6-4624-970D-0BADA959D4A3}" type="datetimeFigureOut">
              <a:rPr lang="en-ID" smtClean="0"/>
              <a:pPr/>
              <a:t>09/09/24</a:t>
            </a:fld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3C55C-16DA-450F-AED0-FF4EEBF3B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endParaRPr lang="en-ID">
              <a:solidFill>
                <a:srgbClr val="63685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D4842-8D05-4CC8-A307-EDD41A318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E026D4-5A09-4BF1-92DC-7B7C5907F5F4}"/>
              </a:ext>
            </a:extLst>
          </p:cNvPr>
          <p:cNvSpPr/>
          <p:nvPr userDrawn="1"/>
        </p:nvSpPr>
        <p:spPr>
          <a:xfrm>
            <a:off x="2641602" y="0"/>
            <a:ext cx="1346200" cy="52681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FB9FB54-2CFF-4F2A-8435-00E9AC2BAB52}"/>
              </a:ext>
            </a:extLst>
          </p:cNvPr>
          <p:cNvSpPr/>
          <p:nvPr userDrawn="1"/>
        </p:nvSpPr>
        <p:spPr>
          <a:xfrm>
            <a:off x="3133142" y="1481495"/>
            <a:ext cx="2226259" cy="2119494"/>
          </a:xfrm>
          <a:prstGeom prst="ellipse">
            <a:avLst/>
          </a:prstGeom>
          <a:solidFill>
            <a:srgbClr val="353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D891652-7A20-4E89-A6F3-F4466C0F12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79342" y="2888186"/>
            <a:ext cx="1600201" cy="1081627"/>
          </a:xfrm>
        </p:spPr>
        <p:txBody>
          <a:bodyPr>
            <a:noAutofit/>
          </a:bodyPr>
          <a:lstStyle>
            <a:lvl1pPr>
              <a:buNone/>
              <a:defRPr sz="7200">
                <a:latin typeface="+mj-lt"/>
              </a:defRPr>
            </a:lvl1pPr>
          </a:lstStyle>
          <a:p>
            <a:pPr lvl="0"/>
            <a:r>
              <a:rPr lang="en-US" dirty="0"/>
              <a:t>01.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385071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A733045-AE48-4203-B7B6-A2CEF026459C}"/>
              </a:ext>
            </a:extLst>
          </p:cNvPr>
          <p:cNvSpPr/>
          <p:nvPr userDrawn="1"/>
        </p:nvSpPr>
        <p:spPr>
          <a:xfrm>
            <a:off x="9667874" y="1005191"/>
            <a:ext cx="2524125" cy="5050367"/>
          </a:xfrm>
          <a:prstGeom prst="rect">
            <a:avLst/>
          </a:prstGeom>
          <a:solidFill>
            <a:srgbClr val="656A5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2D448-C2E1-4A6B-A6C4-73B446CAC7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00982" y="576471"/>
            <a:ext cx="7474054" cy="5050366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tx1">
                    <a:lumMod val="75000"/>
                  </a:schemeClr>
                </a:solidFill>
                <a:latin typeface="+mn-lt"/>
              </a:defRPr>
            </a:lvl2pPr>
            <a:lvl3pPr>
              <a:defRPr>
                <a:solidFill>
                  <a:schemeClr val="tx1">
                    <a:lumMod val="75000"/>
                  </a:schemeClr>
                </a:solidFill>
                <a:latin typeface="+mn-lt"/>
              </a:defRPr>
            </a:lvl3pPr>
            <a:lvl4pPr>
              <a:defRPr>
                <a:solidFill>
                  <a:schemeClr val="tx1">
                    <a:lumMod val="75000"/>
                  </a:schemeClr>
                </a:solidFill>
                <a:latin typeface="+mn-lt"/>
              </a:defRPr>
            </a:lvl4pPr>
            <a:lvl5pPr>
              <a:defRPr>
                <a:solidFill>
                  <a:schemeClr val="tx1">
                    <a:lumMod val="7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Pointers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1C679-03E4-4643-B26D-F3D99C789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  <a:latin typeface="Playfair Display" panose="00000500000000000000" pitchFamily="2" charset="0"/>
              </a:defRPr>
            </a:lvl1pPr>
          </a:lstStyle>
          <a:p>
            <a:fld id="{79AA9DB5-A1F6-4624-970D-0BADA959D4A3}" type="datetimeFigureOut">
              <a:rPr lang="en-ID" smtClean="0"/>
              <a:pPr/>
              <a:t>09/09/24</a:t>
            </a:fld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BC614-E49F-441E-974F-448840036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endParaRPr lang="en-ID" dirty="0">
              <a:solidFill>
                <a:srgbClr val="63685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91D14-5274-4886-B3C8-4071E75F8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971A7-BCA4-40C3-A04E-80F58FC23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2416728" y="2803765"/>
            <a:ext cx="6509855" cy="1325563"/>
          </a:xfrm>
        </p:spPr>
        <p:txBody>
          <a:bodyPr/>
          <a:lstStyle>
            <a:lvl1pPr algn="ctr">
              <a:defRPr sz="6600">
                <a:solidFill>
                  <a:schemeClr val="tx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headlines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53439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1C679-03E4-4643-B26D-F3D99C789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  <a:latin typeface="Playfair Display" panose="00000500000000000000" pitchFamily="2" charset="0"/>
              </a:defRPr>
            </a:lvl1pPr>
          </a:lstStyle>
          <a:p>
            <a:fld id="{79AA9DB5-A1F6-4624-970D-0BADA959D4A3}" type="datetimeFigureOut">
              <a:rPr lang="en-ID" smtClean="0"/>
              <a:pPr/>
              <a:t>09/09/24</a:t>
            </a:fld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BC614-E49F-441E-974F-448840036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endParaRPr lang="en-ID" dirty="0">
              <a:solidFill>
                <a:srgbClr val="63685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91D14-5274-4886-B3C8-4071E75F8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971A7-BCA4-40C3-A04E-80F58FC23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5078" y="604440"/>
            <a:ext cx="2856321" cy="1373447"/>
          </a:xfrm>
          <a:solidFill>
            <a:schemeClr val="bg2"/>
          </a:solidFill>
        </p:spPr>
        <p:txBody>
          <a:bodyPr>
            <a:noAutofit/>
          </a:bodyPr>
          <a:lstStyle>
            <a:lvl1pPr>
              <a:defRPr sz="5000" baseline="0">
                <a:solidFill>
                  <a:schemeClr val="tx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Title</a:t>
            </a:r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EEB17F-2A02-4B77-A3AA-8A73C43E030C}"/>
              </a:ext>
            </a:extLst>
          </p:cNvPr>
          <p:cNvSpPr/>
          <p:nvPr userDrawn="1"/>
        </p:nvSpPr>
        <p:spPr>
          <a:xfrm>
            <a:off x="11857038" y="1643061"/>
            <a:ext cx="334962" cy="3571875"/>
          </a:xfrm>
          <a:prstGeom prst="rect">
            <a:avLst/>
          </a:prstGeom>
          <a:solidFill>
            <a:srgbClr val="35363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EAFA92-5BC4-4C76-AB3A-F07382CE2FE7}"/>
              </a:ext>
            </a:extLst>
          </p:cNvPr>
          <p:cNvSpPr/>
          <p:nvPr userDrawn="1"/>
        </p:nvSpPr>
        <p:spPr>
          <a:xfrm>
            <a:off x="1" y="1643061"/>
            <a:ext cx="334962" cy="3571875"/>
          </a:xfrm>
          <a:prstGeom prst="rect">
            <a:avLst/>
          </a:prstGeom>
          <a:solidFill>
            <a:srgbClr val="6368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D047C3-3A14-48B9-97EF-583EA3664C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46525" y="604838"/>
            <a:ext cx="7175500" cy="498157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Z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A3E29AE-4369-4A02-9329-B575450E55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5488" y="2157413"/>
            <a:ext cx="2855912" cy="342900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</a:schemeClr>
                </a:solidFill>
              </a:defRPr>
            </a:lvl3pPr>
            <a:lvl4pPr>
              <a:defRPr sz="1400">
                <a:solidFill>
                  <a:schemeClr val="tx1">
                    <a:lumMod val="75000"/>
                  </a:schemeClr>
                </a:solidFill>
              </a:defRPr>
            </a:lvl4pPr>
            <a:lvl5pPr>
              <a:defRPr sz="1400">
                <a:solidFill>
                  <a:schemeClr val="tx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240387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1C679-03E4-4643-B26D-F3D99C789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  <a:latin typeface="Playfair Display" panose="00000500000000000000" pitchFamily="2" charset="0"/>
              </a:defRPr>
            </a:lvl1pPr>
          </a:lstStyle>
          <a:p>
            <a:fld id="{79AA9DB5-A1F6-4624-970D-0BADA959D4A3}" type="datetimeFigureOut">
              <a:rPr lang="en-ID" smtClean="0"/>
              <a:pPr/>
              <a:t>09/09/24</a:t>
            </a:fld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BC614-E49F-441E-974F-448840036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endParaRPr lang="en-ID" dirty="0">
              <a:solidFill>
                <a:srgbClr val="63685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91D14-5274-4886-B3C8-4071E75F8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971A7-BCA4-40C3-A04E-80F58FC23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7751" y="561766"/>
            <a:ext cx="4505326" cy="1325563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r">
              <a:defRPr sz="5400">
                <a:solidFill>
                  <a:srgbClr val="636852"/>
                </a:solidFill>
                <a:latin typeface="+mj-lt"/>
              </a:defRPr>
            </a:lvl1pPr>
          </a:lstStyle>
          <a:p>
            <a:r>
              <a:rPr lang="en-US" dirty="0"/>
              <a:t>Caption</a:t>
            </a:r>
            <a:endParaRPr lang="en-ID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605E1E-A41F-4026-B324-E493E86298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7751" y="2013916"/>
            <a:ext cx="4505326" cy="3571875"/>
          </a:xfrm>
        </p:spPr>
        <p:txBody>
          <a:bodyPr anchor="t">
            <a:normAutofit/>
          </a:bodyPr>
          <a:lstStyle>
            <a:lvl1pPr algn="r">
              <a:defRPr sz="2400"/>
            </a:lvl1pPr>
            <a:lvl2pPr algn="r">
              <a:defRPr sz="2000"/>
            </a:lvl2pPr>
            <a:lvl3pPr algn="r">
              <a:defRPr sz="1800"/>
            </a:lvl3pPr>
            <a:lvl4pPr algn="r">
              <a:defRPr sz="1600"/>
            </a:lvl4pPr>
            <a:lvl5pPr algn="r"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5A69C2-8380-4B7A-AF27-D3663FC0B534}"/>
              </a:ext>
            </a:extLst>
          </p:cNvPr>
          <p:cNvSpPr/>
          <p:nvPr userDrawn="1"/>
        </p:nvSpPr>
        <p:spPr>
          <a:xfrm>
            <a:off x="1" y="1643061"/>
            <a:ext cx="334962" cy="3571875"/>
          </a:xfrm>
          <a:prstGeom prst="rect">
            <a:avLst/>
          </a:prstGeom>
          <a:solidFill>
            <a:srgbClr val="6368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9E118BF-7505-45FF-92D5-F46BE289494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1" y="561766"/>
            <a:ext cx="5741988" cy="50240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029098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17E9D182-679B-449F-AB58-AE0696AF19FC}"/>
              </a:ext>
            </a:extLst>
          </p:cNvPr>
          <p:cNvSpPr/>
          <p:nvPr userDrawn="1"/>
        </p:nvSpPr>
        <p:spPr>
          <a:xfrm>
            <a:off x="6388100" y="1019703"/>
            <a:ext cx="2582333" cy="2582333"/>
          </a:xfrm>
          <a:prstGeom prst="ellipse">
            <a:avLst/>
          </a:prstGeom>
          <a:solidFill>
            <a:srgbClr val="6368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91818F-A3F6-4729-A6E3-846786BC5639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prstGeom prst="rect">
            <a:avLst/>
          </a:prstGeom>
          <a:solidFill>
            <a:srgbClr val="353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450614-111B-481D-B661-7F1BC02152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103" y="223091"/>
            <a:ext cx="5394193" cy="1185916"/>
          </a:xfrm>
        </p:spPr>
        <p:txBody>
          <a:bodyPr anchor="b"/>
          <a:lstStyle>
            <a:lvl1pPr>
              <a:defRPr sz="6000">
                <a:solidFill>
                  <a:srgbClr val="353638"/>
                </a:solidFill>
              </a:defRPr>
            </a:lvl1pPr>
          </a:lstStyle>
          <a:p>
            <a:r>
              <a:rPr lang="en-US" dirty="0"/>
              <a:t>heading</a:t>
            </a:r>
            <a:endParaRPr lang="en-ID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6262B-23B8-4AB8-A52A-A96F9FF6F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353638"/>
                </a:solidFill>
              </a:defRPr>
            </a:lvl1pPr>
          </a:lstStyle>
          <a:p>
            <a:fld id="{79AA9DB5-A1F6-4624-970D-0BADA959D4A3}" type="datetimeFigureOut">
              <a:rPr lang="en-ID" smtClean="0"/>
              <a:pPr/>
              <a:t>09/09/24</a:t>
            </a:fld>
            <a:endParaRPr lang="en-I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B139A-A351-4040-A6D4-8C0AC653C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53638"/>
                </a:solidFill>
              </a:defRPr>
            </a:lvl1pPr>
          </a:lstStyle>
          <a:p>
            <a:endParaRPr lang="en-ID" dirty="0">
              <a:solidFill>
                <a:srgbClr val="353638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01873-32A3-4CC1-8939-73F0B43D5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353638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5FDF9DBB-F6E4-49E6-91A7-3787355D4A1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08102" y="1554481"/>
            <a:ext cx="5394193" cy="4615286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ID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2544C3-7AB9-446F-B7CB-6EC90ED4D621}"/>
              </a:ext>
            </a:extLst>
          </p:cNvPr>
          <p:cNvSpPr/>
          <p:nvPr userDrawn="1"/>
        </p:nvSpPr>
        <p:spPr>
          <a:xfrm>
            <a:off x="7469714" y="2175403"/>
            <a:ext cx="2142067" cy="135467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90203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CEE02BF-95CD-4681-9CD4-193772568AB0}"/>
              </a:ext>
            </a:extLst>
          </p:cNvPr>
          <p:cNvSpPr/>
          <p:nvPr userDrawn="1"/>
        </p:nvSpPr>
        <p:spPr>
          <a:xfrm>
            <a:off x="0" y="1977887"/>
            <a:ext cx="1346200" cy="43784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C24A95-F3A6-4009-9B14-091B146F5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A9DB5-A1F6-4624-970D-0BADA959D4A3}" type="datetimeFigureOut">
              <a:rPr lang="en-ID" smtClean="0"/>
              <a:t>09/09/24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536-94BF-4A7B-A629-1E4C5D3C9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E20CA9-CEDE-4609-BDD5-29AC30C26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t>‹#›</a:t>
            </a:fld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39C5DDE-7DF8-4141-A25B-797D71AB3A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18328" y="403692"/>
            <a:ext cx="8650941" cy="556680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NZ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C51530-0D98-4F9E-AD07-640FAF20AF4F}"/>
              </a:ext>
            </a:extLst>
          </p:cNvPr>
          <p:cNvSpPr/>
          <p:nvPr userDrawn="1"/>
        </p:nvSpPr>
        <p:spPr>
          <a:xfrm>
            <a:off x="11857038" y="1643061"/>
            <a:ext cx="334962" cy="3571875"/>
          </a:xfrm>
          <a:prstGeom prst="rect">
            <a:avLst/>
          </a:prstGeom>
          <a:solidFill>
            <a:srgbClr val="35363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A9FDC3-F541-464C-AD32-6B0F5284AF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2019" y="403692"/>
            <a:ext cx="2856321" cy="1574195"/>
          </a:xfrm>
        </p:spPr>
        <p:txBody>
          <a:bodyPr>
            <a:normAutofit/>
          </a:bodyPr>
          <a:lstStyle>
            <a:lvl1pPr>
              <a:defRPr sz="5400">
                <a:solidFill>
                  <a:srgbClr val="636852"/>
                </a:solidFill>
                <a:latin typeface="+mj-lt"/>
              </a:defRPr>
            </a:lvl1pPr>
          </a:lstStyle>
          <a:p>
            <a:r>
              <a:rPr lang="en-US" dirty="0"/>
              <a:t>Picture Title</a:t>
            </a:r>
            <a:endParaRPr lang="en-ID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5C31BCC-2FC0-42D9-B311-222BD6C547E3}"/>
              </a:ext>
            </a:extLst>
          </p:cNvPr>
          <p:cNvSpPr/>
          <p:nvPr userDrawn="1"/>
        </p:nvSpPr>
        <p:spPr>
          <a:xfrm>
            <a:off x="232019" y="3187093"/>
            <a:ext cx="2226259" cy="2119494"/>
          </a:xfrm>
          <a:prstGeom prst="ellipse">
            <a:avLst/>
          </a:prstGeom>
          <a:solidFill>
            <a:srgbClr val="353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8033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B13F92-5DF7-41CB-BA05-FEC39036209B}"/>
              </a:ext>
            </a:extLst>
          </p:cNvPr>
          <p:cNvSpPr/>
          <p:nvPr userDrawn="1"/>
        </p:nvSpPr>
        <p:spPr>
          <a:xfrm>
            <a:off x="266700" y="268817"/>
            <a:ext cx="11658600" cy="6332008"/>
          </a:xfrm>
          <a:prstGeom prst="rect">
            <a:avLst/>
          </a:prstGeom>
          <a:solidFill>
            <a:srgbClr val="353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7BFD46-59E1-4F55-AC46-F453E1B06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96672" y="1355179"/>
            <a:ext cx="7611034" cy="3444874"/>
          </a:xfrm>
        </p:spPr>
        <p:txBody>
          <a:bodyPr>
            <a:noAutofit/>
          </a:bodyPr>
          <a:lstStyle>
            <a:lvl1pPr algn="ctr">
              <a:defRPr sz="4800">
                <a:solidFill>
                  <a:srgbClr val="EFEFEF"/>
                </a:solidFill>
              </a:defRPr>
            </a:lvl1pPr>
          </a:lstStyle>
          <a:p>
            <a:r>
              <a:rPr lang="en-US" dirty="0"/>
              <a:t>quote</a:t>
            </a:r>
            <a:endParaRPr lang="en-ID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C66221-AADF-4726-9FA1-2CB4F0C22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86110"/>
            <a:ext cx="2743200" cy="365125"/>
          </a:xfrm>
        </p:spPr>
        <p:txBody>
          <a:bodyPr/>
          <a:lstStyle>
            <a:lvl1pPr>
              <a:defRPr>
                <a:solidFill>
                  <a:srgbClr val="EFEFEF"/>
                </a:solidFill>
              </a:defRPr>
            </a:lvl1pPr>
          </a:lstStyle>
          <a:p>
            <a:fld id="{79AA9DB5-A1F6-4624-970D-0BADA959D4A3}" type="datetimeFigureOut">
              <a:rPr lang="en-ID" smtClean="0"/>
              <a:pPr/>
              <a:t>09/09/24</a:t>
            </a:fld>
            <a:endParaRPr lang="en-ID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143C5-1D4B-46C8-A783-9D7353BCC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86110"/>
            <a:ext cx="4114800" cy="365125"/>
          </a:xfrm>
        </p:spPr>
        <p:txBody>
          <a:bodyPr/>
          <a:lstStyle>
            <a:lvl1pPr>
              <a:defRPr>
                <a:solidFill>
                  <a:srgbClr val="EFEFEF"/>
                </a:solidFill>
              </a:defRPr>
            </a:lvl1pPr>
          </a:lstStyle>
          <a:p>
            <a:endParaRPr lang="en-ID">
              <a:solidFill>
                <a:srgbClr val="EFEFE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B84BE-8FE3-4C31-9AE1-41C645AC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086110"/>
            <a:ext cx="2743200" cy="365125"/>
          </a:xfrm>
        </p:spPr>
        <p:txBody>
          <a:bodyPr/>
          <a:lstStyle>
            <a:lvl1pPr>
              <a:defRPr>
                <a:solidFill>
                  <a:srgbClr val="EFEFEF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9A8ED02-4B65-47C9-A125-EB2355B93A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999" y="5337358"/>
            <a:ext cx="2609850" cy="463367"/>
          </a:xfrm>
        </p:spPr>
        <p:txBody>
          <a:bodyPr anchor="t">
            <a:normAutofit/>
          </a:bodyPr>
          <a:lstStyle>
            <a:lvl1pPr algn="r">
              <a:buNone/>
              <a:defRPr sz="2800">
                <a:solidFill>
                  <a:srgbClr val="76838B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- author</a:t>
            </a:r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75F29E-4C36-40B4-A4AE-4B16EEA6E266}"/>
              </a:ext>
            </a:extLst>
          </p:cNvPr>
          <p:cNvSpPr txBox="1"/>
          <p:nvPr userDrawn="1"/>
        </p:nvSpPr>
        <p:spPr>
          <a:xfrm>
            <a:off x="1409380" y="1016950"/>
            <a:ext cx="99097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0" dirty="0">
                <a:solidFill>
                  <a:srgbClr val="76838B"/>
                </a:solidFill>
              </a:rPr>
              <a:t>“</a:t>
            </a:r>
            <a:endParaRPr lang="en-ID" sz="14000" dirty="0">
              <a:solidFill>
                <a:srgbClr val="76838B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668F2E-85D4-46F6-9DAC-5164D0D5E5E4}"/>
              </a:ext>
            </a:extLst>
          </p:cNvPr>
          <p:cNvSpPr txBox="1"/>
          <p:nvPr userDrawn="1"/>
        </p:nvSpPr>
        <p:spPr>
          <a:xfrm rot="10800000">
            <a:off x="10184336" y="2923352"/>
            <a:ext cx="99097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0" dirty="0">
                <a:solidFill>
                  <a:srgbClr val="76838B"/>
                </a:solidFill>
              </a:rPr>
              <a:t>“</a:t>
            </a:r>
            <a:endParaRPr lang="en-ID" sz="14000" dirty="0">
              <a:solidFill>
                <a:srgbClr val="7683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0186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3F4D9-F45E-4139-83D5-0A3803216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79AA9DB5-A1F6-4624-970D-0BADA959D4A3}" type="datetimeFigureOut">
              <a:rPr lang="en-ID" smtClean="0"/>
              <a:pPr/>
              <a:t>09/09/24</a:t>
            </a:fld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6FFC3C-1755-45B8-9A15-FA947DE49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endParaRPr lang="en-ID">
              <a:solidFill>
                <a:srgbClr val="63685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7CD62-6ACA-41C3-A1AF-76FB3AAEF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523772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D129-A8C2-419E-B641-6CC90F507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33C04-8A23-4499-A6EF-1D190F0FB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99FB-5674-4BC5-949F-8D45EC16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9/9/24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CF93-DD67-4FE2-8083-864693FE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E934-32B6-44B1-9622-67F30BDA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0018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04FB-422C-4023-9381-EB12F158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0"/>
            <a:ext cx="3809999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BA3AA-DE44-4B1F-91D1-09F67B89B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0" y="762001"/>
            <a:ext cx="6021388" cy="53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7B131-5117-4106-80DB-2AB208C4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2286000"/>
            <a:ext cx="3809999" cy="381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3918A-7F23-4C72-8E80-591324A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9/9/24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71C8-76FE-4B83-8317-BD53C7C8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3681A-6F29-48FC-9409-319ED3E9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4113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076-58C8-494C-B6B1-DC86F62D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3810000" cy="1524002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9E36-0340-452F-8D0A-1BC3F3A38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1"/>
            <a:ext cx="6096000" cy="5334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1C2E-E587-45E8-BDB1-DFF2F279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2286000"/>
            <a:ext cx="3810000" cy="38100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D993-DEDD-470E-B48B-CB053A55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9/9/24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6C64-7401-4CA4-859F-74472AF8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08F41-F1F6-431C-9B45-8A447F18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9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183DA2-AB58-40A9-9F27-C89AC8614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080" y="365125"/>
            <a:ext cx="811991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AB1CE-4A8A-481A-9353-A480D2634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7080" y="1825625"/>
            <a:ext cx="811991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92708-E52D-4103-9A98-C480CDECD3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AA9DB5-A1F6-4624-970D-0BADA959D4A3}" type="datetimeFigureOut">
              <a:rPr lang="en-ID" smtClean="0"/>
              <a:t>09/09/24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B8837-B0F6-4426-8862-F133D501E4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32B1A-B0B9-4218-96CA-0C74E0290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B735F-8457-406A-A744-FC5DA5F223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01766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5" r:id="rId3"/>
    <p:sldLayoutId id="2147483657" r:id="rId4"/>
    <p:sldLayoutId id="2147483661" r:id="rId5"/>
    <p:sldLayoutId id="2147483651" r:id="rId6"/>
    <p:sldLayoutId id="2147483650" r:id="rId7"/>
    <p:sldLayoutId id="2147483658" r:id="rId8"/>
    <p:sldLayoutId id="2147483659" r:id="rId9"/>
    <p:sldLayoutId id="2147483663" r:id="rId10"/>
    <p:sldLayoutId id="2147483664" r:id="rId11"/>
    <p:sldLayoutId id="2147483662" r:id="rId12"/>
    <p:sldLayoutId id="2147483655" r:id="rId13"/>
    <p:sldLayoutId id="2147483666" r:id="rId14"/>
    <p:sldLayoutId id="2147483668" r:id="rId15"/>
    <p:sldLayoutId id="214748366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3685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tabLst>
          <a:tab pos="1885950" algn="l"/>
        </a:tabLst>
        <a:defRPr sz="2800" kern="1200">
          <a:solidFill>
            <a:srgbClr val="76838B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1885950" algn="l"/>
        </a:tabLst>
        <a:defRPr sz="2400" kern="1200">
          <a:solidFill>
            <a:srgbClr val="76838B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1885950" algn="l"/>
        </a:tabLst>
        <a:defRPr sz="2000" kern="1200">
          <a:solidFill>
            <a:srgbClr val="76838B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1885950" algn="l"/>
        </a:tabLst>
        <a:defRPr sz="1800" kern="1200">
          <a:solidFill>
            <a:srgbClr val="76838B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1885950" algn="l"/>
        </a:tabLst>
        <a:defRPr sz="1800" kern="1200">
          <a:solidFill>
            <a:srgbClr val="76838B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16.jp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ebp"/><Relationship Id="rId1" Type="http://schemas.openxmlformats.org/officeDocument/2006/relationships/slideLayout" Target="../slideLayouts/slideLayout1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7" Type="http://schemas.openxmlformats.org/officeDocument/2006/relationships/image" Target="../media/image22.jpg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4" Type="http://schemas.openxmlformats.org/officeDocument/2006/relationships/diagramLayout" Target="../diagrams/layout2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7" Type="http://schemas.openxmlformats.org/officeDocument/2006/relationships/image" Target="../media/image25.jpg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7" Type="http://schemas.openxmlformats.org/officeDocument/2006/relationships/image" Target="../media/image26.jpg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D474D-3BEC-43C3-9ACD-362F061CAD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56062" y="2218764"/>
            <a:ext cx="4492788" cy="3004741"/>
          </a:xfrm>
        </p:spPr>
        <p:txBody>
          <a:bodyPr anchor="ctr">
            <a:normAutofit/>
          </a:bodyPr>
          <a:lstStyle/>
          <a:p>
            <a:r>
              <a:rPr lang="mi-NZ" sz="6700"/>
              <a:t>The Firm and its customers</a:t>
            </a:r>
            <a:endParaRPr lang="en-NZ" sz="67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F3EA08-64F4-4BF4-A998-615E53FE49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04084" y="5490105"/>
            <a:ext cx="3549716" cy="453495"/>
          </a:xfrm>
        </p:spPr>
        <p:txBody>
          <a:bodyPr>
            <a:normAutofit/>
          </a:bodyPr>
          <a:lstStyle/>
          <a:p>
            <a:r>
              <a:rPr lang="mi-NZ"/>
              <a:t>Unit 7.1-7.6</a:t>
            </a:r>
            <a:endParaRPr lang="en-NZ"/>
          </a:p>
        </p:txBody>
      </p:sp>
      <p:pic>
        <p:nvPicPr>
          <p:cNvPr id="4" name="Picture 3" descr="One in a crowd">
            <a:extLst>
              <a:ext uri="{FF2B5EF4-FFF2-40B4-BE49-F238E27FC236}">
                <a16:creationId xmlns:a16="http://schemas.microsoft.com/office/drawing/2014/main" id="{C2AF9EA1-5BE1-41E8-AAE8-8324590E28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365" r="18173" b="-1"/>
          <a:stretch/>
        </p:blipFill>
        <p:spPr>
          <a:xfrm>
            <a:off x="1123950" y="10"/>
            <a:ext cx="3514725" cy="47529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85426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51818-4D14-4181-881B-E3EE19593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anchor="ctr">
            <a:normAutofit/>
          </a:bodyPr>
          <a:lstStyle/>
          <a:p>
            <a:r>
              <a:rPr lang="mi-NZ" sz="4600" err="1"/>
              <a:t>The</a:t>
            </a:r>
            <a:r>
              <a:rPr lang="mi-NZ" sz="4600"/>
              <a:t> </a:t>
            </a:r>
            <a:r>
              <a:rPr lang="mi-NZ" sz="4600" err="1"/>
              <a:t>Firm’s</a:t>
            </a:r>
            <a:r>
              <a:rPr lang="mi-NZ" sz="4600"/>
              <a:t> </a:t>
            </a:r>
            <a:r>
              <a:rPr lang="mi-NZ" sz="4600" err="1"/>
              <a:t>Decisions</a:t>
            </a:r>
            <a:endParaRPr lang="en-NZ" sz="460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BC9F0E7-8FB9-6207-E5E8-C31C559FE4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Firms have to make many decisions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14EE097-27EE-478D-9EAB-3F239CF8F36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582963074"/>
              </p:ext>
            </p:extLst>
          </p:nvPr>
        </p:nvGraphicFramePr>
        <p:xfrm>
          <a:off x="3946525" y="604838"/>
          <a:ext cx="7175500" cy="4981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1823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145BA-0114-4150-A2C9-8550739D0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mi-NZ" dirty="0"/>
              <a:t>7.1 </a:t>
            </a:r>
            <a:r>
              <a:rPr lang="mi-NZ" dirty="0" err="1"/>
              <a:t>Choosing</a:t>
            </a:r>
            <a:r>
              <a:rPr lang="mi-NZ" dirty="0"/>
              <a:t> a </a:t>
            </a:r>
            <a:r>
              <a:rPr lang="mi-NZ" dirty="0" err="1"/>
              <a:t>Price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D19599-2891-41C1-A185-F1375AFBA9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mi-NZ" dirty="0" err="1"/>
              <a:t>The</a:t>
            </a:r>
            <a:r>
              <a:rPr lang="mi-NZ" dirty="0"/>
              <a:t> </a:t>
            </a:r>
            <a:r>
              <a:rPr lang="mi-NZ" dirty="0" err="1"/>
              <a:t>Breakfast</a:t>
            </a:r>
            <a:r>
              <a:rPr lang="mi-NZ" dirty="0"/>
              <a:t> </a:t>
            </a:r>
            <a:r>
              <a:rPr lang="mi-NZ" dirty="0" err="1"/>
              <a:t>Cereal</a:t>
            </a:r>
            <a:r>
              <a:rPr lang="mi-NZ" dirty="0"/>
              <a:t> </a:t>
            </a:r>
            <a:r>
              <a:rPr lang="mi-NZ" dirty="0" err="1"/>
              <a:t>Case</a:t>
            </a:r>
            <a:endParaRPr lang="en-NZ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D8A06-990C-BBB7-8558-BB93CF970A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41103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78A27-4303-418D-BB17-20F55C5B6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103" y="223091"/>
            <a:ext cx="5394193" cy="1185916"/>
          </a:xfrm>
        </p:spPr>
        <p:txBody>
          <a:bodyPr anchor="b">
            <a:normAutofit/>
          </a:bodyPr>
          <a:lstStyle/>
          <a:p>
            <a:r>
              <a:rPr lang="mi-NZ" dirty="0" err="1"/>
              <a:t>Introduction</a:t>
            </a:r>
            <a:endParaRPr lang="en-NZ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BBD7650-F7CE-4C1A-93AE-28E0872E65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5946333"/>
              </p:ext>
            </p:extLst>
          </p:nvPr>
        </p:nvGraphicFramePr>
        <p:xfrm>
          <a:off x="808102" y="1554481"/>
          <a:ext cx="5394193" cy="46152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3335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B0AEAF-D7A8-539C-8310-20080EF90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What are differentiated products?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3237A8-2377-3B19-11AF-1A745F0A60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Differentiated products are commonly encountered by consumers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08D59D-0377-5159-AFB6-B9EC4DCB2311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A differentiated product is similar to those sold by rival firms but</a:t>
            </a:r>
          </a:p>
          <a:p>
            <a:pPr lvl="1"/>
            <a:r>
              <a:rPr lang="en-US" dirty="0"/>
              <a:t>Has some unique characteristics or points of difference with others.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Mobile phones</a:t>
            </a:r>
          </a:p>
          <a:p>
            <a:pPr lvl="1"/>
            <a:r>
              <a:rPr lang="en-US" dirty="0"/>
              <a:t>Different varieties of beer</a:t>
            </a:r>
          </a:p>
          <a:p>
            <a:pPr lvl="1"/>
            <a:r>
              <a:rPr lang="en-US" dirty="0"/>
              <a:t>Coffee</a:t>
            </a:r>
          </a:p>
          <a:p>
            <a:pPr lvl="1"/>
            <a:r>
              <a:rPr lang="en-US" dirty="0"/>
              <a:t>Cameras</a:t>
            </a:r>
          </a:p>
        </p:txBody>
      </p:sp>
    </p:spTree>
    <p:extLst>
      <p:ext uri="{BB962C8B-B14F-4D97-AF65-F5344CB8AC3E}">
        <p14:creationId xmlns:p14="http://schemas.microsoft.com/office/powerpoint/2010/main" val="230157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C2890B8-F81E-12CF-31E2-66FDB423E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combinations of a price and output that generates the same level of profit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3C28B1-FF69-443E-5C9E-5026FF54F0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Isoprofit</a:t>
            </a:r>
            <a:r>
              <a:rPr lang="en-US" dirty="0"/>
              <a:t> curve</a:t>
            </a:r>
          </a:p>
        </p:txBody>
      </p:sp>
    </p:spTree>
    <p:extLst>
      <p:ext uri="{BB962C8B-B14F-4D97-AF65-F5344CB8AC3E}">
        <p14:creationId xmlns:p14="http://schemas.microsoft.com/office/powerpoint/2010/main" val="3071615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53F29-A02A-41F4-989B-572AC1490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51" y="561766"/>
            <a:ext cx="4505326" cy="1325563"/>
          </a:xfrm>
        </p:spPr>
        <p:txBody>
          <a:bodyPr anchor="b">
            <a:normAutofit/>
          </a:bodyPr>
          <a:lstStyle/>
          <a:p>
            <a:r>
              <a:rPr lang="mi-NZ" sz="4200" err="1"/>
              <a:t>The</a:t>
            </a:r>
            <a:r>
              <a:rPr lang="mi-NZ" sz="4200"/>
              <a:t> </a:t>
            </a:r>
            <a:r>
              <a:rPr lang="mi-NZ" sz="4200" err="1"/>
              <a:t>IsoProfit</a:t>
            </a:r>
            <a:r>
              <a:rPr lang="mi-NZ" sz="4200"/>
              <a:t> </a:t>
            </a:r>
            <a:r>
              <a:rPr lang="mi-NZ" sz="4200" err="1"/>
              <a:t>Curve</a:t>
            </a:r>
            <a:endParaRPr lang="en-NZ" sz="42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0909979-8789-6580-C5AD-19C1105C22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7751" y="2013916"/>
            <a:ext cx="4505326" cy="3571875"/>
          </a:xfrm>
        </p:spPr>
        <p:txBody>
          <a:bodyPr/>
          <a:lstStyle/>
          <a:p>
            <a:r>
              <a:rPr lang="mi-NZ" dirty="0" err="1"/>
              <a:t>The</a:t>
            </a:r>
            <a:r>
              <a:rPr lang="mi-NZ" dirty="0"/>
              <a:t> </a:t>
            </a:r>
            <a:r>
              <a:rPr lang="mi-NZ" dirty="0" err="1"/>
              <a:t>Isoprofit</a:t>
            </a:r>
            <a:r>
              <a:rPr lang="mi-NZ" dirty="0"/>
              <a:t> </a:t>
            </a:r>
            <a:r>
              <a:rPr lang="mi-NZ" dirty="0" err="1"/>
              <a:t>Curve</a:t>
            </a:r>
            <a:r>
              <a:rPr lang="mi-NZ" dirty="0"/>
              <a:t> </a:t>
            </a:r>
            <a:r>
              <a:rPr lang="mi-NZ" dirty="0" err="1"/>
              <a:t>shows</a:t>
            </a:r>
            <a:r>
              <a:rPr lang="mi-NZ" dirty="0"/>
              <a:t> </a:t>
            </a:r>
            <a:r>
              <a:rPr lang="mi-NZ" dirty="0" err="1"/>
              <a:t>all</a:t>
            </a:r>
            <a:r>
              <a:rPr lang="mi-NZ" dirty="0"/>
              <a:t> </a:t>
            </a:r>
            <a:r>
              <a:rPr lang="mi-NZ" dirty="0" err="1"/>
              <a:t>the</a:t>
            </a:r>
            <a:r>
              <a:rPr lang="mi-NZ" dirty="0"/>
              <a:t> </a:t>
            </a:r>
            <a:r>
              <a:rPr lang="mi-NZ" dirty="0" err="1"/>
              <a:t>combinations</a:t>
            </a:r>
            <a:r>
              <a:rPr lang="mi-NZ" dirty="0"/>
              <a:t> </a:t>
            </a:r>
            <a:r>
              <a:rPr lang="mi-NZ" dirty="0" err="1"/>
              <a:t>of</a:t>
            </a:r>
            <a:r>
              <a:rPr lang="mi-NZ" dirty="0"/>
              <a:t> </a:t>
            </a:r>
            <a:r>
              <a:rPr lang="mi-NZ" dirty="0" err="1"/>
              <a:t>price</a:t>
            </a:r>
            <a:r>
              <a:rPr lang="mi-NZ" dirty="0"/>
              <a:t> and </a:t>
            </a:r>
            <a:r>
              <a:rPr lang="mi-NZ" dirty="0" err="1"/>
              <a:t>quantity</a:t>
            </a:r>
            <a:r>
              <a:rPr lang="mi-NZ" dirty="0"/>
              <a:t> </a:t>
            </a:r>
            <a:r>
              <a:rPr lang="mi-NZ" dirty="0" err="1"/>
              <a:t>sold</a:t>
            </a:r>
            <a:r>
              <a:rPr lang="mi-NZ" dirty="0"/>
              <a:t> </a:t>
            </a:r>
            <a:r>
              <a:rPr lang="mi-NZ" dirty="0" err="1"/>
              <a:t>that</a:t>
            </a:r>
            <a:r>
              <a:rPr lang="mi-NZ" dirty="0"/>
              <a:t> </a:t>
            </a:r>
            <a:r>
              <a:rPr lang="mi-NZ" dirty="0" err="1"/>
              <a:t>produces</a:t>
            </a:r>
            <a:r>
              <a:rPr lang="mi-NZ" dirty="0"/>
              <a:t> </a:t>
            </a:r>
            <a:r>
              <a:rPr lang="mi-NZ" dirty="0" err="1"/>
              <a:t>the</a:t>
            </a:r>
            <a:r>
              <a:rPr lang="mi-NZ" dirty="0"/>
              <a:t> </a:t>
            </a:r>
            <a:r>
              <a:rPr lang="mi-NZ" dirty="0" err="1"/>
              <a:t>same</a:t>
            </a:r>
            <a:r>
              <a:rPr lang="mi-NZ" dirty="0"/>
              <a:t> </a:t>
            </a:r>
            <a:r>
              <a:rPr lang="mi-NZ" dirty="0" err="1"/>
              <a:t>profit</a:t>
            </a:r>
            <a:r>
              <a:rPr lang="mi-NZ" dirty="0"/>
              <a:t>.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7" name="Text Placeholder 4">
            <a:extLst>
              <a:ext uri="{FF2B5EF4-FFF2-40B4-BE49-F238E27FC236}">
                <a16:creationId xmlns:a16="http://schemas.microsoft.com/office/drawing/2014/main" id="{B5C7E36B-A186-4FFD-9EEA-30BFDCA49943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3786641973"/>
              </p:ext>
            </p:extLst>
          </p:nvPr>
        </p:nvGraphicFramePr>
        <p:xfrm>
          <a:off x="6096001" y="561766"/>
          <a:ext cx="5741988" cy="5024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7969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A519B-A42C-6818-9278-4D7AB7ADD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i-NZ" dirty="0" err="1"/>
              <a:t>Isoprofit</a:t>
            </a:r>
            <a:r>
              <a:rPr lang="mi-NZ" dirty="0"/>
              <a:t> </a:t>
            </a:r>
            <a:r>
              <a:rPr lang="mi-NZ" dirty="0" err="1"/>
              <a:t>Curve</a:t>
            </a:r>
            <a:endParaRPr lang="en-NZ" dirty="0"/>
          </a:p>
        </p:txBody>
      </p:sp>
      <p:pic>
        <p:nvPicPr>
          <p:cNvPr id="5" name="curve100">
            <a:hlinkClick r:id="" action="ppaction://media"/>
            <a:extLst>
              <a:ext uri="{FF2B5EF4-FFF2-40B4-BE49-F238E27FC236}">
                <a16:creationId xmlns:a16="http://schemas.microsoft.com/office/drawing/2014/main" id="{32074032-5E43-6311-23AB-748DE4B1913A}"/>
              </a:ext>
            </a:extLst>
          </p:cNvPr>
          <p:cNvPicPr>
            <a:picLocks noGrp="1" noChangeAspect="1"/>
          </p:cNvPicPr>
          <p:nvPr>
            <p:ph sz="quarter" idx="13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946525" y="803275"/>
            <a:ext cx="7175500" cy="45847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002089-4392-42CD-87FF-B8E93620B1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mi-NZ" dirty="0" err="1"/>
              <a:t>Shows</a:t>
            </a:r>
            <a:r>
              <a:rPr lang="mi-NZ" dirty="0"/>
              <a:t> </a:t>
            </a:r>
            <a:r>
              <a:rPr lang="mi-NZ" dirty="0" err="1"/>
              <a:t>all</a:t>
            </a:r>
            <a:r>
              <a:rPr lang="mi-NZ" dirty="0"/>
              <a:t> </a:t>
            </a:r>
            <a:r>
              <a:rPr lang="mi-NZ" dirty="0" err="1"/>
              <a:t>price-output</a:t>
            </a:r>
            <a:r>
              <a:rPr lang="mi-NZ" dirty="0"/>
              <a:t> </a:t>
            </a:r>
            <a:r>
              <a:rPr lang="mi-NZ" dirty="0" err="1"/>
              <a:t>combinations</a:t>
            </a:r>
            <a:r>
              <a:rPr lang="mi-NZ" dirty="0"/>
              <a:t> </a:t>
            </a:r>
            <a:r>
              <a:rPr lang="mi-NZ" dirty="0" err="1"/>
              <a:t>that</a:t>
            </a:r>
            <a:r>
              <a:rPr lang="mi-NZ" dirty="0"/>
              <a:t> </a:t>
            </a:r>
            <a:r>
              <a:rPr lang="mi-NZ" dirty="0" err="1"/>
              <a:t>produce</a:t>
            </a:r>
            <a:r>
              <a:rPr lang="mi-NZ" dirty="0"/>
              <a:t> </a:t>
            </a:r>
            <a:r>
              <a:rPr lang="mi-NZ" dirty="0" err="1"/>
              <a:t>the</a:t>
            </a:r>
            <a:r>
              <a:rPr lang="mi-NZ" dirty="0"/>
              <a:t> </a:t>
            </a:r>
            <a:r>
              <a:rPr lang="mi-NZ" dirty="0" err="1"/>
              <a:t>same</a:t>
            </a:r>
            <a:r>
              <a:rPr lang="mi-NZ" dirty="0"/>
              <a:t> </a:t>
            </a:r>
            <a:r>
              <a:rPr lang="mi-NZ" dirty="0" err="1"/>
              <a:t>profit</a:t>
            </a:r>
            <a:r>
              <a:rPr lang="mi-NZ" dirty="0"/>
              <a:t>.</a:t>
            </a:r>
          </a:p>
          <a:p>
            <a:r>
              <a:rPr lang="mi-NZ" dirty="0"/>
              <a:t>This example assumes constant average costs. </a:t>
            </a:r>
          </a:p>
        </p:txBody>
      </p:sp>
    </p:spTree>
    <p:extLst>
      <p:ext uri="{BB962C8B-B14F-4D97-AF65-F5344CB8AC3E}">
        <p14:creationId xmlns:p14="http://schemas.microsoft.com/office/powerpoint/2010/main" val="3292116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3E51A-97CC-1681-7EF6-4D74C2A09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6B5BFF9-1055-D967-8604-97FAD9D54A6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389496408"/>
              </p:ext>
            </p:extLst>
          </p:nvPr>
        </p:nvGraphicFramePr>
        <p:xfrm>
          <a:off x="3946525" y="604838"/>
          <a:ext cx="717550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3875">
                  <a:extLst>
                    <a:ext uri="{9D8B030D-6E8A-4147-A177-3AD203B41FA5}">
                      <a16:colId xmlns:a16="http://schemas.microsoft.com/office/drawing/2014/main" val="456610065"/>
                    </a:ext>
                  </a:extLst>
                </a:gridCol>
                <a:gridCol w="1793875">
                  <a:extLst>
                    <a:ext uri="{9D8B030D-6E8A-4147-A177-3AD203B41FA5}">
                      <a16:colId xmlns:a16="http://schemas.microsoft.com/office/drawing/2014/main" val="2644036096"/>
                    </a:ext>
                  </a:extLst>
                </a:gridCol>
                <a:gridCol w="1793875">
                  <a:extLst>
                    <a:ext uri="{9D8B030D-6E8A-4147-A177-3AD203B41FA5}">
                      <a16:colId xmlns:a16="http://schemas.microsoft.com/office/drawing/2014/main" val="1634891710"/>
                    </a:ext>
                  </a:extLst>
                </a:gridCol>
                <a:gridCol w="1793875">
                  <a:extLst>
                    <a:ext uri="{9D8B030D-6E8A-4147-A177-3AD203B41FA5}">
                      <a16:colId xmlns:a16="http://schemas.microsoft.com/office/drawing/2014/main" val="32066818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Price 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5075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855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509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53.33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472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6309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</a:t>
                      </a:r>
                    </a:p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833093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E41EF-4099-1592-FCFA-4836607B8E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Table illustrates graph above. </a:t>
            </a:r>
          </a:p>
        </p:txBody>
      </p:sp>
    </p:spTree>
    <p:extLst>
      <p:ext uri="{BB962C8B-B14F-4D97-AF65-F5344CB8AC3E}">
        <p14:creationId xmlns:p14="http://schemas.microsoft.com/office/powerpoint/2010/main" val="28582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A519B-A42C-6818-9278-4D7AB7ADD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i-NZ" dirty="0" err="1"/>
              <a:t>Isoprofit</a:t>
            </a:r>
            <a:r>
              <a:rPr lang="mi-NZ" dirty="0"/>
              <a:t> </a:t>
            </a:r>
            <a:r>
              <a:rPr lang="mi-NZ" dirty="0" err="1"/>
              <a:t>Curve</a:t>
            </a:r>
            <a:endParaRPr lang="en-NZ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002089-4392-42CD-87FF-B8E93620B1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mi-NZ" dirty="0" err="1"/>
              <a:t>Shows</a:t>
            </a:r>
            <a:r>
              <a:rPr lang="mi-NZ" dirty="0"/>
              <a:t> </a:t>
            </a:r>
            <a:r>
              <a:rPr lang="mi-NZ" dirty="0" err="1"/>
              <a:t>Isoprofit</a:t>
            </a:r>
            <a:r>
              <a:rPr lang="mi-NZ" dirty="0"/>
              <a:t> </a:t>
            </a:r>
            <a:r>
              <a:rPr lang="mi-NZ" dirty="0" err="1"/>
              <a:t>curve</a:t>
            </a:r>
            <a:r>
              <a:rPr lang="mi-NZ" dirty="0"/>
              <a:t> for </a:t>
            </a:r>
            <a:r>
              <a:rPr lang="mi-NZ" dirty="0" err="1"/>
              <a:t>same</a:t>
            </a:r>
            <a:r>
              <a:rPr lang="mi-NZ" dirty="0"/>
              <a:t> </a:t>
            </a:r>
            <a:r>
              <a:rPr lang="mi-NZ" dirty="0" err="1"/>
              <a:t>firm</a:t>
            </a:r>
            <a:r>
              <a:rPr lang="mi-NZ" dirty="0"/>
              <a:t>.</a:t>
            </a:r>
          </a:p>
          <a:p>
            <a:r>
              <a:rPr lang="mi-NZ" dirty="0" err="1"/>
              <a:t>Now</a:t>
            </a:r>
            <a:r>
              <a:rPr lang="mi-NZ" dirty="0"/>
              <a:t> </a:t>
            </a:r>
            <a:r>
              <a:rPr lang="mi-NZ" dirty="0" err="1"/>
              <a:t>profit</a:t>
            </a:r>
            <a:r>
              <a:rPr lang="mi-NZ" dirty="0"/>
              <a:t> </a:t>
            </a:r>
            <a:r>
              <a:rPr lang="mi-NZ" dirty="0" err="1"/>
              <a:t>is</a:t>
            </a:r>
            <a:r>
              <a:rPr lang="mi-NZ" dirty="0"/>
              <a:t> </a:t>
            </a:r>
            <a:r>
              <a:rPr lang="mi-NZ" dirty="0" err="1"/>
              <a:t>fixed</a:t>
            </a:r>
            <a:r>
              <a:rPr lang="mi-NZ" dirty="0"/>
              <a:t> </a:t>
            </a:r>
            <a:r>
              <a:rPr lang="mi-NZ" dirty="0" err="1"/>
              <a:t>at</a:t>
            </a:r>
            <a:r>
              <a:rPr lang="mi-NZ" dirty="0"/>
              <a:t> $200</a:t>
            </a:r>
          </a:p>
        </p:txBody>
      </p:sp>
      <p:pic>
        <p:nvPicPr>
          <p:cNvPr id="7" name="curve200">
            <a:hlinkClick r:id="" action="ppaction://media"/>
            <a:extLst>
              <a:ext uri="{FF2B5EF4-FFF2-40B4-BE49-F238E27FC236}">
                <a16:creationId xmlns:a16="http://schemas.microsoft.com/office/drawing/2014/main" id="{5033AD49-E65F-D9F5-6591-2CA8E9A5180E}"/>
              </a:ext>
            </a:extLst>
          </p:cNvPr>
          <p:cNvPicPr>
            <a:picLocks noGrp="1" noChangeAspect="1"/>
          </p:cNvPicPr>
          <p:nvPr>
            <p:ph sz="quarter" idx="13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946525" y="815150"/>
            <a:ext cx="7175500" cy="4584700"/>
          </a:xfrm>
        </p:spPr>
      </p:pic>
    </p:spTree>
    <p:extLst>
      <p:ext uri="{BB962C8B-B14F-4D97-AF65-F5344CB8AC3E}">
        <p14:creationId xmlns:p14="http://schemas.microsoft.com/office/powerpoint/2010/main" val="163452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A519B-A42C-6818-9278-4D7AB7ADD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i-NZ" dirty="0" err="1"/>
              <a:t>Isoprofit</a:t>
            </a:r>
            <a:r>
              <a:rPr lang="mi-NZ" dirty="0"/>
              <a:t> </a:t>
            </a:r>
            <a:r>
              <a:rPr lang="mi-NZ" dirty="0" err="1"/>
              <a:t>Curve</a:t>
            </a:r>
            <a:endParaRPr lang="en-NZ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002089-4392-42CD-87FF-B8E93620B1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mi-NZ" dirty="0" err="1"/>
              <a:t>Shows</a:t>
            </a:r>
            <a:r>
              <a:rPr lang="mi-NZ" dirty="0"/>
              <a:t> </a:t>
            </a:r>
            <a:r>
              <a:rPr lang="mi-NZ" dirty="0" err="1"/>
              <a:t>Isoprofit</a:t>
            </a:r>
            <a:r>
              <a:rPr lang="mi-NZ" dirty="0"/>
              <a:t> </a:t>
            </a:r>
            <a:r>
              <a:rPr lang="mi-NZ" dirty="0" err="1"/>
              <a:t>curve</a:t>
            </a:r>
            <a:r>
              <a:rPr lang="mi-NZ" dirty="0"/>
              <a:t> for </a:t>
            </a:r>
            <a:r>
              <a:rPr lang="mi-NZ" dirty="0" err="1"/>
              <a:t>same</a:t>
            </a:r>
            <a:r>
              <a:rPr lang="mi-NZ" dirty="0"/>
              <a:t> </a:t>
            </a:r>
            <a:r>
              <a:rPr lang="mi-NZ" dirty="0" err="1"/>
              <a:t>firm</a:t>
            </a:r>
            <a:r>
              <a:rPr lang="mi-NZ" dirty="0"/>
              <a:t>.</a:t>
            </a:r>
          </a:p>
          <a:p>
            <a:r>
              <a:rPr lang="mi-NZ" dirty="0" err="1"/>
              <a:t>Now</a:t>
            </a:r>
            <a:r>
              <a:rPr lang="mi-NZ" dirty="0"/>
              <a:t> </a:t>
            </a:r>
            <a:r>
              <a:rPr lang="mi-NZ" dirty="0" err="1"/>
              <a:t>profit</a:t>
            </a:r>
            <a:r>
              <a:rPr lang="mi-NZ" dirty="0"/>
              <a:t> </a:t>
            </a:r>
            <a:r>
              <a:rPr lang="mi-NZ" dirty="0" err="1"/>
              <a:t>is</a:t>
            </a:r>
            <a:r>
              <a:rPr lang="mi-NZ" dirty="0"/>
              <a:t> </a:t>
            </a:r>
            <a:r>
              <a:rPr lang="mi-NZ" dirty="0" err="1"/>
              <a:t>fixed</a:t>
            </a:r>
            <a:r>
              <a:rPr lang="mi-NZ" dirty="0"/>
              <a:t> </a:t>
            </a:r>
            <a:r>
              <a:rPr lang="mi-NZ" dirty="0" err="1"/>
              <a:t>at</a:t>
            </a:r>
            <a:r>
              <a:rPr lang="mi-NZ" dirty="0"/>
              <a:t> 0</a:t>
            </a:r>
          </a:p>
          <a:p>
            <a:r>
              <a:rPr lang="mi-NZ" dirty="0" err="1"/>
              <a:t>This</a:t>
            </a:r>
            <a:r>
              <a:rPr lang="mi-NZ" dirty="0"/>
              <a:t> </a:t>
            </a:r>
            <a:r>
              <a:rPr lang="mi-NZ" dirty="0" err="1"/>
              <a:t>means</a:t>
            </a:r>
            <a:r>
              <a:rPr lang="mi-NZ" dirty="0"/>
              <a:t> </a:t>
            </a:r>
            <a:r>
              <a:rPr lang="mi-NZ" dirty="0" err="1"/>
              <a:t>the</a:t>
            </a:r>
            <a:r>
              <a:rPr lang="mi-NZ" dirty="0"/>
              <a:t> </a:t>
            </a:r>
            <a:r>
              <a:rPr lang="mi-NZ" dirty="0" err="1"/>
              <a:t>price</a:t>
            </a:r>
            <a:r>
              <a:rPr lang="mi-NZ" dirty="0"/>
              <a:t> </a:t>
            </a:r>
            <a:r>
              <a:rPr lang="mi-NZ" dirty="0" err="1"/>
              <a:t>must</a:t>
            </a:r>
            <a:r>
              <a:rPr lang="mi-NZ" dirty="0"/>
              <a:t> </a:t>
            </a:r>
            <a:r>
              <a:rPr lang="mi-NZ" dirty="0" err="1"/>
              <a:t>equal</a:t>
            </a:r>
            <a:r>
              <a:rPr lang="mi-NZ" dirty="0"/>
              <a:t> </a:t>
            </a:r>
            <a:r>
              <a:rPr lang="mi-NZ" dirty="0" err="1"/>
              <a:t>the</a:t>
            </a:r>
            <a:r>
              <a:rPr lang="mi-NZ" dirty="0"/>
              <a:t> </a:t>
            </a:r>
            <a:r>
              <a:rPr lang="mi-NZ" dirty="0" err="1"/>
              <a:t>average</a:t>
            </a:r>
            <a:r>
              <a:rPr lang="mi-NZ" dirty="0"/>
              <a:t> </a:t>
            </a:r>
            <a:r>
              <a:rPr lang="mi-NZ" dirty="0" err="1"/>
              <a:t>cost</a:t>
            </a:r>
            <a:r>
              <a:rPr lang="mi-NZ" dirty="0"/>
              <a:t> </a:t>
            </a:r>
            <a:r>
              <a:rPr lang="mi-NZ" dirty="0" err="1"/>
              <a:t>of</a:t>
            </a:r>
            <a:r>
              <a:rPr lang="mi-NZ" dirty="0"/>
              <a:t> </a:t>
            </a:r>
            <a:r>
              <a:rPr lang="mi-NZ" dirty="0" err="1"/>
              <a:t>production</a:t>
            </a:r>
            <a:r>
              <a:rPr lang="mi-NZ" dirty="0"/>
              <a:t>.</a:t>
            </a:r>
          </a:p>
        </p:txBody>
      </p:sp>
      <p:pic>
        <p:nvPicPr>
          <p:cNvPr id="6" name="curve0">
            <a:hlinkClick r:id="" action="ppaction://media"/>
            <a:extLst>
              <a:ext uri="{FF2B5EF4-FFF2-40B4-BE49-F238E27FC236}">
                <a16:creationId xmlns:a16="http://schemas.microsoft.com/office/drawing/2014/main" id="{A1D51CEE-DA58-2BF1-87CC-BBAC888930A0}"/>
              </a:ext>
            </a:extLst>
          </p:cNvPr>
          <p:cNvPicPr>
            <a:picLocks noGrp="1" noChangeAspect="1"/>
          </p:cNvPicPr>
          <p:nvPr>
            <p:ph sz="quarter" idx="13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946525" y="754063"/>
            <a:ext cx="7175500" cy="4683125"/>
          </a:xfrm>
        </p:spPr>
      </p:pic>
    </p:spTree>
    <p:extLst>
      <p:ext uri="{BB962C8B-B14F-4D97-AF65-F5344CB8AC3E}">
        <p14:creationId xmlns:p14="http://schemas.microsoft.com/office/powerpoint/2010/main" val="1557538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A519B-A42C-6818-9278-4D7AB7ADD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i-NZ" dirty="0" err="1"/>
              <a:t>Isoprofit</a:t>
            </a:r>
            <a:r>
              <a:rPr lang="mi-NZ" dirty="0"/>
              <a:t> </a:t>
            </a:r>
            <a:r>
              <a:rPr lang="mi-NZ" dirty="0" err="1"/>
              <a:t>Curve</a:t>
            </a:r>
            <a:endParaRPr lang="en-NZ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002089-4392-42CD-87FF-B8E93620B1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mi-NZ" dirty="0" err="1"/>
              <a:t>Shows</a:t>
            </a:r>
            <a:r>
              <a:rPr lang="mi-NZ" dirty="0"/>
              <a:t> </a:t>
            </a:r>
            <a:r>
              <a:rPr lang="mi-NZ" dirty="0" err="1"/>
              <a:t>all</a:t>
            </a:r>
            <a:r>
              <a:rPr lang="mi-NZ" dirty="0"/>
              <a:t> 3 </a:t>
            </a:r>
            <a:r>
              <a:rPr lang="mi-NZ" dirty="0" err="1"/>
              <a:t>curves</a:t>
            </a:r>
            <a:r>
              <a:rPr lang="mi-NZ" dirty="0"/>
              <a:t>.</a:t>
            </a:r>
          </a:p>
          <a:p>
            <a:r>
              <a:rPr lang="mi-NZ" dirty="0" err="1"/>
              <a:t>The</a:t>
            </a:r>
            <a:r>
              <a:rPr lang="mi-NZ" dirty="0"/>
              <a:t> </a:t>
            </a:r>
            <a:r>
              <a:rPr lang="mi-NZ" dirty="0" err="1"/>
              <a:t>higher</a:t>
            </a:r>
            <a:r>
              <a:rPr lang="mi-NZ" dirty="0"/>
              <a:t> </a:t>
            </a:r>
            <a:r>
              <a:rPr lang="mi-NZ" dirty="0" err="1"/>
              <a:t>the</a:t>
            </a:r>
            <a:r>
              <a:rPr lang="mi-NZ" dirty="0"/>
              <a:t> </a:t>
            </a:r>
            <a:r>
              <a:rPr lang="mi-NZ" dirty="0" err="1"/>
              <a:t>profit</a:t>
            </a:r>
            <a:r>
              <a:rPr lang="mi-NZ" dirty="0"/>
              <a:t>, </a:t>
            </a:r>
            <a:r>
              <a:rPr lang="mi-NZ" dirty="0" err="1"/>
              <a:t>the</a:t>
            </a:r>
            <a:r>
              <a:rPr lang="mi-NZ" dirty="0"/>
              <a:t> </a:t>
            </a:r>
            <a:r>
              <a:rPr lang="mi-NZ" dirty="0" err="1"/>
              <a:t>higher</a:t>
            </a:r>
            <a:r>
              <a:rPr lang="mi-NZ" dirty="0"/>
              <a:t> </a:t>
            </a:r>
            <a:r>
              <a:rPr lang="mi-NZ" dirty="0" err="1"/>
              <a:t>the</a:t>
            </a:r>
            <a:r>
              <a:rPr lang="mi-NZ" dirty="0"/>
              <a:t> </a:t>
            </a:r>
            <a:r>
              <a:rPr lang="mi-NZ" dirty="0" err="1"/>
              <a:t>Isoprofit</a:t>
            </a:r>
            <a:r>
              <a:rPr lang="mi-NZ" dirty="0"/>
              <a:t> </a:t>
            </a:r>
            <a:r>
              <a:rPr lang="mi-NZ" dirty="0" err="1"/>
              <a:t>Curve</a:t>
            </a:r>
            <a:r>
              <a:rPr lang="mi-NZ" dirty="0"/>
              <a:t> </a:t>
            </a:r>
            <a:r>
              <a:rPr lang="mi-NZ" dirty="0" err="1"/>
              <a:t>must</a:t>
            </a:r>
            <a:r>
              <a:rPr lang="mi-NZ" dirty="0"/>
              <a:t> </a:t>
            </a:r>
            <a:r>
              <a:rPr lang="mi-NZ" dirty="0" err="1"/>
              <a:t>be</a:t>
            </a:r>
            <a:r>
              <a:rPr lang="mi-NZ" dirty="0"/>
              <a:t>. </a:t>
            </a:r>
          </a:p>
        </p:txBody>
      </p:sp>
      <p:pic>
        <p:nvPicPr>
          <p:cNvPr id="7" name="curveall">
            <a:hlinkClick r:id="" action="ppaction://media"/>
            <a:extLst>
              <a:ext uri="{FF2B5EF4-FFF2-40B4-BE49-F238E27FC236}">
                <a16:creationId xmlns:a16="http://schemas.microsoft.com/office/drawing/2014/main" id="{0C371D93-CB23-2F6F-6C00-6232F70B493B}"/>
              </a:ext>
            </a:extLst>
          </p:cNvPr>
          <p:cNvPicPr>
            <a:picLocks noGrp="1" noChangeAspect="1"/>
          </p:cNvPicPr>
          <p:nvPr>
            <p:ph sz="quarter" idx="13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946525" y="835025"/>
            <a:ext cx="7175500" cy="4521200"/>
          </a:xfrm>
        </p:spPr>
      </p:pic>
    </p:spTree>
    <p:extLst>
      <p:ext uri="{BB962C8B-B14F-4D97-AF65-F5344CB8AC3E}">
        <p14:creationId xmlns:p14="http://schemas.microsoft.com/office/powerpoint/2010/main" val="3258826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3B66B7-B9D7-7FB5-2A6C-3F00DF7B7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isoprofit</a:t>
            </a:r>
            <a:r>
              <a:rPr lang="en-US" dirty="0"/>
              <a:t> curve shows that firms can achieve the same profit goal by producing:</a:t>
            </a:r>
          </a:p>
          <a:p>
            <a:pPr lvl="1"/>
            <a:r>
              <a:rPr lang="en-US" dirty="0"/>
              <a:t>A small output for a high-price markup, or</a:t>
            </a:r>
          </a:p>
          <a:p>
            <a:pPr lvl="1"/>
            <a:r>
              <a:rPr lang="en-US" dirty="0"/>
              <a:t>A large output for a low-price markup, or</a:t>
            </a:r>
          </a:p>
          <a:p>
            <a:pPr lvl="1"/>
            <a:r>
              <a:rPr lang="en-US" dirty="0"/>
              <a:t>Some combination between this.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2078B70-6FE2-D995-34F2-C0FC6329E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198060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50EFE-8DDF-608C-149E-D50439ED4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mi-NZ" dirty="0" err="1"/>
              <a:t>Isoprofit</a:t>
            </a:r>
            <a:r>
              <a:rPr lang="mi-NZ" dirty="0"/>
              <a:t> </a:t>
            </a:r>
            <a:r>
              <a:rPr lang="mi-NZ" dirty="0" err="1"/>
              <a:t>Curve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ACAD8-C2A7-2F44-8A4E-64DD9EC8D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mi-NZ" dirty="0" err="1"/>
              <a:t>Textbook</a:t>
            </a:r>
            <a:r>
              <a:rPr lang="mi-NZ" dirty="0"/>
              <a:t> </a:t>
            </a:r>
            <a:r>
              <a:rPr lang="mi-NZ" dirty="0" err="1"/>
              <a:t>Example</a:t>
            </a:r>
            <a:endParaRPr lang="en-NZ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AF2F16-0874-044E-C256-4BBCDF1E47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45552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C6F348-F5B7-57DB-0982-B0F16AF5B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Cheerios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EB5C9E-F842-AAF1-F608-2291FC447C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Cheerios are a popular US breakfast cereal.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D389B57-6068-85BD-42F2-4082D7261708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economist Hausman estimated the demand curve for cheerios using sales data.</a:t>
            </a:r>
          </a:p>
          <a:p>
            <a:r>
              <a:rPr lang="en-US" dirty="0" err="1"/>
              <a:t>Analysing</a:t>
            </a:r>
            <a:r>
              <a:rPr lang="en-US" dirty="0"/>
              <a:t> sales data is one way economists estimate demand functions.</a:t>
            </a:r>
          </a:p>
          <a:p>
            <a:r>
              <a:rPr lang="en-US" dirty="0"/>
              <a:t>Another way is to use surveys.</a:t>
            </a:r>
          </a:p>
          <a:p>
            <a:pPr lvl="1"/>
            <a:r>
              <a:rPr lang="en-US" dirty="0"/>
              <a:t>Surveys are sometimes the only way to estimate demand. </a:t>
            </a:r>
          </a:p>
          <a:p>
            <a:pPr lvl="1"/>
            <a:r>
              <a:rPr lang="en-US" dirty="0"/>
              <a:t>E.g. new products, non-market goods, black-market goods.</a:t>
            </a:r>
          </a:p>
        </p:txBody>
      </p:sp>
    </p:spTree>
    <p:extLst>
      <p:ext uri="{BB962C8B-B14F-4D97-AF65-F5344CB8AC3E}">
        <p14:creationId xmlns:p14="http://schemas.microsoft.com/office/powerpoint/2010/main" val="4136067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Chart, line chart&#10;&#10;Description automatically generated">
            <a:extLst>
              <a:ext uri="{FF2B5EF4-FFF2-40B4-BE49-F238E27FC236}">
                <a16:creationId xmlns:a16="http://schemas.microsoft.com/office/drawing/2014/main" id="{2204ABB9-DD56-44B4-A98B-947A1288008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3218328" y="851341"/>
            <a:ext cx="8650941" cy="4671503"/>
          </a:xfr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D78A27-4303-418D-BB17-20F55C5B6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19" y="403692"/>
            <a:ext cx="2856321" cy="1574195"/>
          </a:xfrm>
        </p:spPr>
        <p:txBody>
          <a:bodyPr anchor="ctr">
            <a:normAutofit fontScale="90000"/>
          </a:bodyPr>
          <a:lstStyle/>
          <a:p>
            <a:r>
              <a:rPr lang="mi-NZ" sz="4600" dirty="0"/>
              <a:t>Estimated Demand Curve</a:t>
            </a:r>
            <a:endParaRPr lang="en-NZ" sz="4600" dirty="0"/>
          </a:p>
        </p:txBody>
      </p:sp>
    </p:spTree>
    <p:extLst>
      <p:ext uri="{BB962C8B-B14F-4D97-AF65-F5344CB8AC3E}">
        <p14:creationId xmlns:p14="http://schemas.microsoft.com/office/powerpoint/2010/main" val="3054823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D69167-14BC-DD5E-6138-0F57528A2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firm now has two problems:</a:t>
            </a:r>
          </a:p>
          <a:p>
            <a:pPr lvl="1"/>
            <a:r>
              <a:rPr lang="en-US" dirty="0"/>
              <a:t>What price do they charge for Cheerios?</a:t>
            </a:r>
          </a:p>
          <a:p>
            <a:pPr lvl="1"/>
            <a:r>
              <a:rPr lang="en-US" dirty="0"/>
              <a:t>What quantity of this cereal should they produce?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61B653-2CB9-7BE6-5074-7A4197678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firm’s problem</a:t>
            </a:r>
          </a:p>
        </p:txBody>
      </p:sp>
    </p:spTree>
    <p:extLst>
      <p:ext uri="{BB962C8B-B14F-4D97-AF65-F5344CB8AC3E}">
        <p14:creationId xmlns:p14="http://schemas.microsoft.com/office/powerpoint/2010/main" val="34393712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908F9-49CF-4495-BBC8-143BA7C3E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103" y="223091"/>
            <a:ext cx="5394193" cy="1185916"/>
          </a:xfrm>
        </p:spPr>
        <p:txBody>
          <a:bodyPr anchor="b">
            <a:normAutofit/>
          </a:bodyPr>
          <a:lstStyle/>
          <a:p>
            <a:r>
              <a:rPr lang="mi-NZ"/>
              <a:t>Example</a:t>
            </a:r>
            <a:endParaRPr lang="en-NZ"/>
          </a:p>
        </p:txBody>
      </p:sp>
      <p:graphicFrame>
        <p:nvGraphicFramePr>
          <p:cNvPr id="6" name="Text Placeholder 3">
            <a:extLst>
              <a:ext uri="{FF2B5EF4-FFF2-40B4-BE49-F238E27FC236}">
                <a16:creationId xmlns:a16="http://schemas.microsoft.com/office/drawing/2014/main" id="{FB6D6A34-E4B3-4F05-AEFE-9C4DF4BE03D4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521081436"/>
              </p:ext>
            </p:extLst>
          </p:nvPr>
        </p:nvGraphicFramePr>
        <p:xfrm>
          <a:off x="808102" y="1554481"/>
          <a:ext cx="5394193" cy="46152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2830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chart&#10;&#10;Description automatically generated">
            <a:extLst>
              <a:ext uri="{FF2B5EF4-FFF2-40B4-BE49-F238E27FC236}">
                <a16:creationId xmlns:a16="http://schemas.microsoft.com/office/drawing/2014/main" id="{F67EF807-5C32-43BD-8336-0776B66963B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3218328" y="862155"/>
            <a:ext cx="8650941" cy="4649875"/>
          </a:xfr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169023-4817-4156-8FE8-2EE65F194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19" y="403692"/>
            <a:ext cx="2856321" cy="1574195"/>
          </a:xfrm>
        </p:spPr>
        <p:txBody>
          <a:bodyPr anchor="ctr">
            <a:normAutofit/>
          </a:bodyPr>
          <a:lstStyle/>
          <a:p>
            <a:r>
              <a:rPr lang="mi-NZ" sz="3400" err="1"/>
              <a:t>The</a:t>
            </a:r>
            <a:r>
              <a:rPr lang="mi-NZ" sz="3400"/>
              <a:t> </a:t>
            </a:r>
            <a:r>
              <a:rPr lang="mi-NZ" sz="3400" err="1"/>
              <a:t>Isoprofit</a:t>
            </a:r>
            <a:r>
              <a:rPr lang="mi-NZ" sz="3400"/>
              <a:t> </a:t>
            </a:r>
            <a:r>
              <a:rPr lang="mi-NZ" sz="3400" err="1"/>
              <a:t>Curve</a:t>
            </a:r>
            <a:r>
              <a:rPr lang="mi-NZ" sz="3400"/>
              <a:t> for $60,000</a:t>
            </a:r>
            <a:endParaRPr lang="en-NZ" sz="3400"/>
          </a:p>
        </p:txBody>
      </p:sp>
    </p:spTree>
    <p:extLst>
      <p:ext uri="{BB962C8B-B14F-4D97-AF65-F5344CB8AC3E}">
        <p14:creationId xmlns:p14="http://schemas.microsoft.com/office/powerpoint/2010/main" val="24371023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8097D-56FF-492A-8DD2-ED2C2A136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mi-NZ" sz="3200"/>
              <a:t>Mapping the Isoprofit Curves</a:t>
            </a:r>
            <a:endParaRPr lang="en-NZ" sz="320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9DD54446-EA42-410A-9B20-24D1D18190DE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96098678"/>
              </p:ext>
            </p:extLst>
          </p:nvPr>
        </p:nvGraphicFramePr>
        <p:xfrm>
          <a:off x="2720108" y="1436254"/>
          <a:ext cx="6830291" cy="46043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51840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Chart, line chart&#10;&#10;Description automatically generated">
            <a:extLst>
              <a:ext uri="{FF2B5EF4-FFF2-40B4-BE49-F238E27FC236}">
                <a16:creationId xmlns:a16="http://schemas.microsoft.com/office/drawing/2014/main" id="{654E10F7-D38F-4EBF-A98B-AB0C50584AB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3218328" y="862155"/>
            <a:ext cx="8650941" cy="4649875"/>
          </a:xfr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763B3-4FD8-4418-9E28-E585B221B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19" y="403692"/>
            <a:ext cx="2856321" cy="1574195"/>
          </a:xfrm>
        </p:spPr>
        <p:txBody>
          <a:bodyPr anchor="ctr">
            <a:normAutofit/>
          </a:bodyPr>
          <a:lstStyle/>
          <a:p>
            <a:r>
              <a:rPr lang="mi-NZ" sz="3400" err="1"/>
              <a:t>Stacked</a:t>
            </a:r>
            <a:r>
              <a:rPr lang="mi-NZ" sz="3400"/>
              <a:t> </a:t>
            </a:r>
            <a:r>
              <a:rPr lang="mi-NZ" sz="3400" err="1"/>
              <a:t>Isoprofit</a:t>
            </a:r>
            <a:r>
              <a:rPr lang="mi-NZ" sz="3400"/>
              <a:t> </a:t>
            </a:r>
            <a:r>
              <a:rPr lang="mi-NZ" sz="3400" err="1"/>
              <a:t>Curves</a:t>
            </a:r>
            <a:endParaRPr lang="en-NZ" sz="3400"/>
          </a:p>
        </p:txBody>
      </p:sp>
    </p:spTree>
    <p:extLst>
      <p:ext uri="{BB962C8B-B14F-4D97-AF65-F5344CB8AC3E}">
        <p14:creationId xmlns:p14="http://schemas.microsoft.com/office/powerpoint/2010/main" val="16966011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Chart, line chart&#10;&#10;Description automatically generated">
            <a:extLst>
              <a:ext uri="{FF2B5EF4-FFF2-40B4-BE49-F238E27FC236}">
                <a16:creationId xmlns:a16="http://schemas.microsoft.com/office/drawing/2014/main" id="{487F4E53-7244-45CC-8C42-79198C63941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3218328" y="862155"/>
            <a:ext cx="8650941" cy="4649875"/>
          </a:xfr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763B3-4FD8-4418-9E28-E585B221B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19" y="403692"/>
            <a:ext cx="2856321" cy="1574195"/>
          </a:xfrm>
        </p:spPr>
        <p:txBody>
          <a:bodyPr anchor="ctr">
            <a:normAutofit/>
          </a:bodyPr>
          <a:lstStyle/>
          <a:p>
            <a:r>
              <a:rPr lang="mi-NZ" sz="3400" err="1"/>
              <a:t>Stacked</a:t>
            </a:r>
            <a:r>
              <a:rPr lang="mi-NZ" sz="3400"/>
              <a:t> </a:t>
            </a:r>
            <a:r>
              <a:rPr lang="mi-NZ" sz="3400" err="1"/>
              <a:t>Isoprofit</a:t>
            </a:r>
            <a:r>
              <a:rPr lang="mi-NZ" sz="3400"/>
              <a:t> </a:t>
            </a:r>
            <a:r>
              <a:rPr lang="mi-NZ" sz="3400" err="1"/>
              <a:t>Curves</a:t>
            </a:r>
            <a:endParaRPr lang="en-NZ" sz="3400"/>
          </a:p>
        </p:txBody>
      </p:sp>
    </p:spTree>
    <p:extLst>
      <p:ext uri="{BB962C8B-B14F-4D97-AF65-F5344CB8AC3E}">
        <p14:creationId xmlns:p14="http://schemas.microsoft.com/office/powerpoint/2010/main" val="433950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72A86-55A8-4DC1-AA60-2C382428E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103" y="223091"/>
            <a:ext cx="5394193" cy="1185916"/>
          </a:xfrm>
        </p:spPr>
        <p:txBody>
          <a:bodyPr anchor="b">
            <a:normAutofit/>
          </a:bodyPr>
          <a:lstStyle/>
          <a:p>
            <a:r>
              <a:rPr lang="en-NZ" sz="3800"/>
              <a:t>The Profit-Maximising Choice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8C191F-7E36-4120-B008-C468FCF0697D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4113955097"/>
              </p:ext>
            </p:extLst>
          </p:nvPr>
        </p:nvGraphicFramePr>
        <p:xfrm>
          <a:off x="808102" y="1554481"/>
          <a:ext cx="5394193" cy="46152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52228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Chart, line chart&#10;&#10;Description automatically generated">
            <a:extLst>
              <a:ext uri="{FF2B5EF4-FFF2-40B4-BE49-F238E27FC236}">
                <a16:creationId xmlns:a16="http://schemas.microsoft.com/office/drawing/2014/main" id="{F11E5F2A-8640-4EEF-883B-D3449A9C4D0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0" r="8700"/>
          <a:stretch/>
        </p:blipFill>
        <p:spPr>
          <a:xfrm>
            <a:off x="2861276" y="645599"/>
            <a:ext cx="8650941" cy="55668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66732F-F7BE-4ED1-9DC2-71658E0F5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Combining the </a:t>
            </a:r>
            <a:r>
              <a:rPr lang="en-US" sz="3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isoprofit</a:t>
            </a:r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curve with demand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B0EA9A8-FFFF-488C-B0D4-A3B2FA905C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1519936"/>
              </p:ext>
            </p:extLst>
          </p:nvPr>
        </p:nvGraphicFramePr>
        <p:xfrm>
          <a:off x="4900746" y="905691"/>
          <a:ext cx="4572000" cy="152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84431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E3AF7-13FA-4CB1-A504-926FDF045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103" y="223091"/>
            <a:ext cx="5394193" cy="1185916"/>
          </a:xfrm>
        </p:spPr>
        <p:txBody>
          <a:bodyPr anchor="b">
            <a:normAutofit/>
          </a:bodyPr>
          <a:lstStyle/>
          <a:p>
            <a:r>
              <a:rPr lang="en-NZ" sz="5100"/>
              <a:t>Profit-Maximisation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B74B84-B1D1-498A-A719-629163C45A01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076698563"/>
              </p:ext>
            </p:extLst>
          </p:nvPr>
        </p:nvGraphicFramePr>
        <p:xfrm>
          <a:off x="808102" y="1554481"/>
          <a:ext cx="5394193" cy="46152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88305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F118B51-8FAC-F2E3-F772-9AB3C52E2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/>
          <a:lstStyle/>
          <a:p>
            <a:r>
              <a:rPr lang="en-US" sz="4000" dirty="0"/>
              <a:t>Profit </a:t>
            </a:r>
            <a:r>
              <a:rPr lang="en-US" sz="4000" dirty="0" err="1"/>
              <a:t>Maximisation</a:t>
            </a:r>
            <a:endParaRPr lang="en-US" sz="4000" dirty="0"/>
          </a:p>
        </p:txBody>
      </p:sp>
      <p:pic>
        <p:nvPicPr>
          <p:cNvPr id="8" name="Content Placeholder 7" descr="A graph of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D2E0DE52-DD55-5E60-AB30-CDF901C2BBE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525" y="638017"/>
            <a:ext cx="7175500" cy="4915217"/>
          </a:xfrm>
          <a:noFill/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A6F636F-0711-14CA-AD8C-CBBCBAF88D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At Point A the firm should:</a:t>
            </a:r>
          </a:p>
          <a:p>
            <a:pPr lvl="1"/>
            <a:r>
              <a:rPr lang="en-US" dirty="0"/>
              <a:t>Reduce the price of their product</a:t>
            </a:r>
          </a:p>
          <a:p>
            <a:pPr lvl="1"/>
            <a:r>
              <a:rPr lang="en-US" dirty="0"/>
              <a:t>Increase the output of their product and;</a:t>
            </a:r>
          </a:p>
          <a:p>
            <a:r>
              <a:rPr lang="en-US" dirty="0"/>
              <a:t>Increase profit from </a:t>
            </a:r>
            <a:r>
              <a:rPr lang="en-US" dirty="0" err="1"/>
              <a:t>Isoprofit</a:t>
            </a:r>
            <a:r>
              <a:rPr lang="en-US" dirty="0"/>
              <a:t>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848031-2FF4-5330-287E-2848147A7B0B}"/>
              </a:ext>
            </a:extLst>
          </p:cNvPr>
          <p:cNvSpPr txBox="1"/>
          <p:nvPr/>
        </p:nvSpPr>
        <p:spPr>
          <a:xfrm>
            <a:off x="8862646" y="5092505"/>
            <a:ext cx="149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Quantity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4F9718-E762-2B5B-A33E-6640DED06609}"/>
              </a:ext>
            </a:extLst>
          </p:cNvPr>
          <p:cNvSpPr txBox="1"/>
          <p:nvPr/>
        </p:nvSpPr>
        <p:spPr>
          <a:xfrm>
            <a:off x="4023360" y="844062"/>
            <a:ext cx="309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285238-EB18-EACA-F2FC-4ED2F3F56B31}"/>
              </a:ext>
            </a:extLst>
          </p:cNvPr>
          <p:cNvSpPr txBox="1"/>
          <p:nvPr/>
        </p:nvSpPr>
        <p:spPr>
          <a:xfrm>
            <a:off x="7343335" y="4631776"/>
            <a:ext cx="1519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Demand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83F5FE-FE1F-2E49-01E6-BB8B02F86123}"/>
              </a:ext>
            </a:extLst>
          </p:cNvPr>
          <p:cNvSpPr txBox="1"/>
          <p:nvPr/>
        </p:nvSpPr>
        <p:spPr>
          <a:xfrm>
            <a:off x="9101797" y="4012590"/>
            <a:ext cx="1786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Isoprofit</a:t>
            </a:r>
            <a:r>
              <a:rPr lang="en-US" dirty="0"/>
              <a:t>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EFCA5A-D882-141A-7B5B-53D51E0D539A}"/>
              </a:ext>
            </a:extLst>
          </p:cNvPr>
          <p:cNvSpPr txBox="1"/>
          <p:nvPr/>
        </p:nvSpPr>
        <p:spPr>
          <a:xfrm>
            <a:off x="9101797" y="4496314"/>
            <a:ext cx="149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Isoprofit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20176246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F118B51-8FAC-F2E3-F772-9AB3C52E2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/>
          <a:lstStyle/>
          <a:p>
            <a:r>
              <a:rPr lang="en-US" sz="4000" dirty="0"/>
              <a:t>Profit </a:t>
            </a:r>
            <a:r>
              <a:rPr lang="en-US" sz="4000" dirty="0" err="1"/>
              <a:t>Maximisation</a:t>
            </a:r>
            <a:endParaRPr lang="en-US" sz="4000" dirty="0"/>
          </a:p>
        </p:txBody>
      </p:sp>
      <p:pic>
        <p:nvPicPr>
          <p:cNvPr id="8" name="Content Placeholder 7" descr="A graph of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D2E0DE52-DD55-5E60-AB30-CDF901C2BBE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525" y="638017"/>
            <a:ext cx="7175500" cy="4915217"/>
          </a:xfrm>
          <a:noFill/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A6F636F-0711-14CA-AD8C-CBBCBAF88D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At Point B the firm should:</a:t>
            </a:r>
          </a:p>
          <a:p>
            <a:pPr lvl="1"/>
            <a:r>
              <a:rPr lang="en-US" dirty="0"/>
              <a:t>Increase the price of their product</a:t>
            </a:r>
          </a:p>
          <a:p>
            <a:pPr lvl="1"/>
            <a:r>
              <a:rPr lang="en-US" dirty="0"/>
              <a:t>Increase the output of their product and;</a:t>
            </a:r>
          </a:p>
          <a:p>
            <a:r>
              <a:rPr lang="en-US" dirty="0"/>
              <a:t>Increase profit from </a:t>
            </a:r>
            <a:r>
              <a:rPr lang="en-US" dirty="0" err="1"/>
              <a:t>Isoprofit</a:t>
            </a:r>
            <a:r>
              <a:rPr lang="en-US" dirty="0"/>
              <a:t>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848031-2FF4-5330-287E-2848147A7B0B}"/>
              </a:ext>
            </a:extLst>
          </p:cNvPr>
          <p:cNvSpPr txBox="1"/>
          <p:nvPr/>
        </p:nvSpPr>
        <p:spPr>
          <a:xfrm>
            <a:off x="8862646" y="5092505"/>
            <a:ext cx="149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Quantity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4F9718-E762-2B5B-A33E-6640DED06609}"/>
              </a:ext>
            </a:extLst>
          </p:cNvPr>
          <p:cNvSpPr txBox="1"/>
          <p:nvPr/>
        </p:nvSpPr>
        <p:spPr>
          <a:xfrm>
            <a:off x="4023360" y="844062"/>
            <a:ext cx="309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285238-EB18-EACA-F2FC-4ED2F3F56B31}"/>
              </a:ext>
            </a:extLst>
          </p:cNvPr>
          <p:cNvSpPr txBox="1"/>
          <p:nvPr/>
        </p:nvSpPr>
        <p:spPr>
          <a:xfrm>
            <a:off x="7343335" y="4631776"/>
            <a:ext cx="1519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Demand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83F5FE-FE1F-2E49-01E6-BB8B02F86123}"/>
              </a:ext>
            </a:extLst>
          </p:cNvPr>
          <p:cNvSpPr txBox="1"/>
          <p:nvPr/>
        </p:nvSpPr>
        <p:spPr>
          <a:xfrm>
            <a:off x="9101797" y="4012590"/>
            <a:ext cx="1786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Isoprofit</a:t>
            </a:r>
            <a:r>
              <a:rPr lang="en-US" dirty="0"/>
              <a:t>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EFCA5A-D882-141A-7B5B-53D51E0D539A}"/>
              </a:ext>
            </a:extLst>
          </p:cNvPr>
          <p:cNvSpPr txBox="1"/>
          <p:nvPr/>
        </p:nvSpPr>
        <p:spPr>
          <a:xfrm>
            <a:off x="9101797" y="4496314"/>
            <a:ext cx="149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Isoprofit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33877947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F118B51-8FAC-F2E3-F772-9AB3C52E2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/>
          <a:lstStyle/>
          <a:p>
            <a:r>
              <a:rPr lang="en-US" sz="4000" dirty="0"/>
              <a:t>Profit </a:t>
            </a:r>
            <a:r>
              <a:rPr lang="en-US" sz="4000" dirty="0" err="1"/>
              <a:t>Maximisation</a:t>
            </a:r>
            <a:endParaRPr lang="en-US" sz="4000" dirty="0"/>
          </a:p>
        </p:txBody>
      </p:sp>
      <p:pic>
        <p:nvPicPr>
          <p:cNvPr id="8" name="Content Placeholder 7" descr="A graph of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D2E0DE52-DD55-5E60-AB30-CDF901C2BBE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525" y="638017"/>
            <a:ext cx="7175500" cy="4915217"/>
          </a:xfrm>
          <a:noFill/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A6F636F-0711-14CA-AD8C-CBBCBAF88D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At Point D the firm should:</a:t>
            </a:r>
          </a:p>
          <a:p>
            <a:pPr lvl="1"/>
            <a:r>
              <a:rPr lang="en-US" dirty="0"/>
              <a:t>Increase the price of their product</a:t>
            </a:r>
          </a:p>
          <a:p>
            <a:pPr lvl="1"/>
            <a:r>
              <a:rPr lang="en-US" dirty="0"/>
              <a:t>Decrease the output of their product and;</a:t>
            </a:r>
          </a:p>
          <a:p>
            <a:r>
              <a:rPr lang="en-US" dirty="0"/>
              <a:t>Increase profit from </a:t>
            </a:r>
            <a:r>
              <a:rPr lang="en-US" dirty="0" err="1"/>
              <a:t>Isoprofit</a:t>
            </a:r>
            <a:r>
              <a:rPr lang="en-US" dirty="0"/>
              <a:t>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848031-2FF4-5330-287E-2848147A7B0B}"/>
              </a:ext>
            </a:extLst>
          </p:cNvPr>
          <p:cNvSpPr txBox="1"/>
          <p:nvPr/>
        </p:nvSpPr>
        <p:spPr>
          <a:xfrm>
            <a:off x="8862646" y="5092505"/>
            <a:ext cx="149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Quantity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4F9718-E762-2B5B-A33E-6640DED06609}"/>
              </a:ext>
            </a:extLst>
          </p:cNvPr>
          <p:cNvSpPr txBox="1"/>
          <p:nvPr/>
        </p:nvSpPr>
        <p:spPr>
          <a:xfrm>
            <a:off x="4023360" y="844062"/>
            <a:ext cx="309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285238-EB18-EACA-F2FC-4ED2F3F56B31}"/>
              </a:ext>
            </a:extLst>
          </p:cNvPr>
          <p:cNvSpPr txBox="1"/>
          <p:nvPr/>
        </p:nvSpPr>
        <p:spPr>
          <a:xfrm>
            <a:off x="7343335" y="4631776"/>
            <a:ext cx="1519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Demand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83F5FE-FE1F-2E49-01E6-BB8B02F86123}"/>
              </a:ext>
            </a:extLst>
          </p:cNvPr>
          <p:cNvSpPr txBox="1"/>
          <p:nvPr/>
        </p:nvSpPr>
        <p:spPr>
          <a:xfrm>
            <a:off x="9101797" y="4012590"/>
            <a:ext cx="1786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Isoprofit</a:t>
            </a:r>
            <a:r>
              <a:rPr lang="en-US" dirty="0"/>
              <a:t>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EFCA5A-D882-141A-7B5B-53D51E0D539A}"/>
              </a:ext>
            </a:extLst>
          </p:cNvPr>
          <p:cNvSpPr txBox="1"/>
          <p:nvPr/>
        </p:nvSpPr>
        <p:spPr>
          <a:xfrm>
            <a:off x="9101797" y="4496314"/>
            <a:ext cx="149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Isoprofit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6311210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F118B51-8FAC-F2E3-F772-9AB3C52E2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/>
          <a:lstStyle/>
          <a:p>
            <a:r>
              <a:rPr lang="en-US" sz="4000" dirty="0"/>
              <a:t>Profit </a:t>
            </a:r>
            <a:r>
              <a:rPr lang="en-US" sz="4000" dirty="0" err="1"/>
              <a:t>Maximisation</a:t>
            </a:r>
            <a:endParaRPr lang="en-US" sz="4000" dirty="0"/>
          </a:p>
        </p:txBody>
      </p:sp>
      <p:pic>
        <p:nvPicPr>
          <p:cNvPr id="8" name="Content Placeholder 7" descr="A graph of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D2E0DE52-DD55-5E60-AB30-CDF901C2BBE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525" y="638017"/>
            <a:ext cx="7175500" cy="4915217"/>
          </a:xfrm>
          <a:noFill/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A6F636F-0711-14CA-AD8C-CBBCBAF88D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At Point C  (tangency) it is impossible to increase profit by a different price-output combination.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848031-2FF4-5330-287E-2848147A7B0B}"/>
              </a:ext>
            </a:extLst>
          </p:cNvPr>
          <p:cNvSpPr txBox="1"/>
          <p:nvPr/>
        </p:nvSpPr>
        <p:spPr>
          <a:xfrm>
            <a:off x="8862646" y="5092505"/>
            <a:ext cx="149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Quantity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4F9718-E762-2B5B-A33E-6640DED06609}"/>
              </a:ext>
            </a:extLst>
          </p:cNvPr>
          <p:cNvSpPr txBox="1"/>
          <p:nvPr/>
        </p:nvSpPr>
        <p:spPr>
          <a:xfrm>
            <a:off x="4023360" y="844062"/>
            <a:ext cx="309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285238-EB18-EACA-F2FC-4ED2F3F56B31}"/>
              </a:ext>
            </a:extLst>
          </p:cNvPr>
          <p:cNvSpPr txBox="1"/>
          <p:nvPr/>
        </p:nvSpPr>
        <p:spPr>
          <a:xfrm>
            <a:off x="7343335" y="4631776"/>
            <a:ext cx="1519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Demand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83F5FE-FE1F-2E49-01E6-BB8B02F86123}"/>
              </a:ext>
            </a:extLst>
          </p:cNvPr>
          <p:cNvSpPr txBox="1"/>
          <p:nvPr/>
        </p:nvSpPr>
        <p:spPr>
          <a:xfrm>
            <a:off x="9101797" y="4012590"/>
            <a:ext cx="1786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Isoprofit</a:t>
            </a:r>
            <a:r>
              <a:rPr lang="en-US" dirty="0"/>
              <a:t>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EFCA5A-D882-141A-7B5B-53D51E0D539A}"/>
              </a:ext>
            </a:extLst>
          </p:cNvPr>
          <p:cNvSpPr txBox="1"/>
          <p:nvPr/>
        </p:nvSpPr>
        <p:spPr>
          <a:xfrm>
            <a:off x="9101797" y="4496314"/>
            <a:ext cx="149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Isoprofit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24979607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C290F90-7144-4454-9E02-1B3FC8BB6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Figure 7.5a</a:t>
            </a:r>
          </a:p>
        </p:txBody>
      </p:sp>
      <p:pic>
        <p:nvPicPr>
          <p:cNvPr id="5" name="Content Placeholder 4" descr="A picture containing chart&#10;&#10;Description automatically generated">
            <a:extLst>
              <a:ext uri="{FF2B5EF4-FFF2-40B4-BE49-F238E27FC236}">
                <a16:creationId xmlns:a16="http://schemas.microsoft.com/office/drawing/2014/main" id="{72A824AB-2579-4D1D-92F6-9C158626CF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1143000"/>
            <a:ext cx="6096000" cy="4572000"/>
          </a:xfrm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28614797-966E-4F32-B94C-9AD4094F11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0561766"/>
              </p:ext>
            </p:extLst>
          </p:nvPr>
        </p:nvGraphicFramePr>
        <p:xfrm>
          <a:off x="762000" y="2286000"/>
          <a:ext cx="3810000" cy="3810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779039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9C048-DEC9-4A38-AED3-27D2CC82A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Z" dirty="0"/>
              <a:t>Depicting the profit curve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7E8A5EF-E7B1-41A9-8026-4B14A299E5F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849097254"/>
              </p:ext>
            </p:extLst>
          </p:nvPr>
        </p:nvGraphicFramePr>
        <p:xfrm>
          <a:off x="635726" y="1737360"/>
          <a:ext cx="10668000" cy="3817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41337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graph of profit and loss&#10;&#10;Description automatically generated">
            <a:extLst>
              <a:ext uri="{FF2B5EF4-FFF2-40B4-BE49-F238E27FC236}">
                <a16:creationId xmlns:a16="http://schemas.microsoft.com/office/drawing/2014/main" id="{429F268F-A667-60BE-86C7-83F69B77117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4725165" y="403692"/>
            <a:ext cx="5637267" cy="5566802"/>
          </a:xfrm>
          <a:noFill/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C830AD4-BDBE-455B-AA1B-631430B72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19" y="403692"/>
            <a:ext cx="2856321" cy="1574195"/>
          </a:xfrm>
        </p:spPr>
        <p:txBody>
          <a:bodyPr anchor="ctr">
            <a:normAutofit/>
          </a:bodyPr>
          <a:lstStyle/>
          <a:p>
            <a:r>
              <a:rPr lang="en-NZ" dirty="0"/>
              <a:t>Profit Curve</a:t>
            </a:r>
          </a:p>
        </p:txBody>
      </p:sp>
    </p:spTree>
    <p:extLst>
      <p:ext uri="{BB962C8B-B14F-4D97-AF65-F5344CB8AC3E}">
        <p14:creationId xmlns:p14="http://schemas.microsoft.com/office/powerpoint/2010/main" val="12253339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E3FDB7-BFDB-C62F-5111-AFC64F819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7.3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B3CD312-3661-6D4D-AE3B-722C927947B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573139188"/>
              </p:ext>
            </p:extLst>
          </p:nvPr>
        </p:nvGraphicFramePr>
        <p:xfrm>
          <a:off x="3946525" y="604838"/>
          <a:ext cx="7323162" cy="74168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665742">
                  <a:extLst>
                    <a:ext uri="{9D8B030D-6E8A-4147-A177-3AD203B41FA5}">
                      <a16:colId xmlns:a16="http://schemas.microsoft.com/office/drawing/2014/main" val="2840622266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4283044936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487251534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2959760670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2229223938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1906223816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4069249006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1392782749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191614294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1993963277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666475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5563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345026"/>
                  </a:ext>
                </a:extLst>
              </a:tr>
            </a:tbl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D113BF-E177-4623-9850-41E6F11B67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Question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84987C-9C43-255C-4E2E-70D17001AC0C}"/>
              </a:ext>
            </a:extLst>
          </p:cNvPr>
          <p:cNvSpPr txBox="1"/>
          <p:nvPr/>
        </p:nvSpPr>
        <p:spPr>
          <a:xfrm>
            <a:off x="3954483" y="1769423"/>
            <a:ext cx="7362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firm’s unit cost of production is $60. Based on this information, which of the following is correct?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809F6F-5E33-BD36-DCC9-D8453F46A18D}"/>
              </a:ext>
            </a:extLst>
          </p:cNvPr>
          <p:cNvSpPr txBox="1"/>
          <p:nvPr/>
        </p:nvSpPr>
        <p:spPr>
          <a:xfrm>
            <a:off x="4073236" y="2707574"/>
            <a:ext cx="6899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At Q = 100, the firm’s profit is $20,000</a:t>
            </a:r>
          </a:p>
        </p:txBody>
      </p:sp>
    </p:spTree>
    <p:extLst>
      <p:ext uri="{BB962C8B-B14F-4D97-AF65-F5344CB8AC3E}">
        <p14:creationId xmlns:p14="http://schemas.microsoft.com/office/powerpoint/2010/main" val="2169633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E3FDB7-BFDB-C62F-5111-AFC64F819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7.3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B3CD312-3661-6D4D-AE3B-722C927947BB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3946525" y="604838"/>
          <a:ext cx="7323162" cy="74168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665742">
                  <a:extLst>
                    <a:ext uri="{9D8B030D-6E8A-4147-A177-3AD203B41FA5}">
                      <a16:colId xmlns:a16="http://schemas.microsoft.com/office/drawing/2014/main" val="2840622266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4283044936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487251534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2959760670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2229223938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1906223816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4069249006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1392782749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191614294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1993963277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666475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5563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345026"/>
                  </a:ext>
                </a:extLst>
              </a:tr>
            </a:tbl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D113BF-E177-4623-9850-41E6F11B67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Question 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84987C-9C43-255C-4E2E-70D17001AC0C}"/>
              </a:ext>
            </a:extLst>
          </p:cNvPr>
          <p:cNvSpPr txBox="1"/>
          <p:nvPr/>
        </p:nvSpPr>
        <p:spPr>
          <a:xfrm>
            <a:off x="3954483" y="1769423"/>
            <a:ext cx="7362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firm’s unit cost of production is $60. Based on this information, which of the following is correct?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809F6F-5E33-BD36-DCC9-D8453F46A18D}"/>
              </a:ext>
            </a:extLst>
          </p:cNvPr>
          <p:cNvSpPr txBox="1"/>
          <p:nvPr/>
        </p:nvSpPr>
        <p:spPr>
          <a:xfrm>
            <a:off x="4073236" y="2707574"/>
            <a:ext cx="6899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profit-maximizing output is Q = 400</a:t>
            </a:r>
          </a:p>
        </p:txBody>
      </p:sp>
    </p:spTree>
    <p:extLst>
      <p:ext uri="{BB962C8B-B14F-4D97-AF65-F5344CB8AC3E}">
        <p14:creationId xmlns:p14="http://schemas.microsoft.com/office/powerpoint/2010/main" val="10209124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E3FDB7-BFDB-C62F-5111-AFC64F819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7.3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B3CD312-3661-6D4D-AE3B-722C927947BB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3946525" y="604838"/>
          <a:ext cx="7323162" cy="74168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665742">
                  <a:extLst>
                    <a:ext uri="{9D8B030D-6E8A-4147-A177-3AD203B41FA5}">
                      <a16:colId xmlns:a16="http://schemas.microsoft.com/office/drawing/2014/main" val="2840622266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4283044936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487251534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2959760670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2229223938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1906223816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4069249006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1392782749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191614294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1993963277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666475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5563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345026"/>
                  </a:ext>
                </a:extLst>
              </a:tr>
            </a:tbl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D113BF-E177-4623-9850-41E6F11B67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Question 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84987C-9C43-255C-4E2E-70D17001AC0C}"/>
              </a:ext>
            </a:extLst>
          </p:cNvPr>
          <p:cNvSpPr txBox="1"/>
          <p:nvPr/>
        </p:nvSpPr>
        <p:spPr>
          <a:xfrm>
            <a:off x="3954483" y="1769423"/>
            <a:ext cx="7362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firm’s unit cost of production is $60. Based on this information, which of the following is correct?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809F6F-5E33-BD36-DCC9-D8453F46A18D}"/>
              </a:ext>
            </a:extLst>
          </p:cNvPr>
          <p:cNvSpPr txBox="1"/>
          <p:nvPr/>
        </p:nvSpPr>
        <p:spPr>
          <a:xfrm>
            <a:off x="4073236" y="2707574"/>
            <a:ext cx="6899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maximum profit that can be attained is $50,000</a:t>
            </a:r>
          </a:p>
        </p:txBody>
      </p:sp>
    </p:spTree>
    <p:extLst>
      <p:ext uri="{BB962C8B-B14F-4D97-AF65-F5344CB8AC3E}">
        <p14:creationId xmlns:p14="http://schemas.microsoft.com/office/powerpoint/2010/main" val="16418446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E3FDB7-BFDB-C62F-5111-AFC64F819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7.3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B3CD312-3661-6D4D-AE3B-722C927947BB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3946525" y="604838"/>
          <a:ext cx="7323162" cy="74168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665742">
                  <a:extLst>
                    <a:ext uri="{9D8B030D-6E8A-4147-A177-3AD203B41FA5}">
                      <a16:colId xmlns:a16="http://schemas.microsoft.com/office/drawing/2014/main" val="2840622266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4283044936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487251534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2959760670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2229223938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1906223816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4069249006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1392782749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191614294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1993963277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666475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5563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345026"/>
                  </a:ext>
                </a:extLst>
              </a:tr>
            </a:tbl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D113BF-E177-4623-9850-41E6F11B67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Question 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84987C-9C43-255C-4E2E-70D17001AC0C}"/>
              </a:ext>
            </a:extLst>
          </p:cNvPr>
          <p:cNvSpPr txBox="1"/>
          <p:nvPr/>
        </p:nvSpPr>
        <p:spPr>
          <a:xfrm>
            <a:off x="3954483" y="1769423"/>
            <a:ext cx="7362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firm’s unit cost of production is $60. Based on this information, which of the following is correct?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809F6F-5E33-BD36-DCC9-D8453F46A18D}"/>
              </a:ext>
            </a:extLst>
          </p:cNvPr>
          <p:cNvSpPr txBox="1"/>
          <p:nvPr/>
        </p:nvSpPr>
        <p:spPr>
          <a:xfrm>
            <a:off x="4073236" y="2707574"/>
            <a:ext cx="6899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firm will make a loss at all outputs of 800 and above.</a:t>
            </a:r>
          </a:p>
        </p:txBody>
      </p:sp>
    </p:spTree>
    <p:extLst>
      <p:ext uri="{BB962C8B-B14F-4D97-AF65-F5344CB8AC3E}">
        <p14:creationId xmlns:p14="http://schemas.microsoft.com/office/powerpoint/2010/main" val="24954586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91563-5AC9-4585-BE61-B7EBFA879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mi-NZ" dirty="0"/>
              <a:t>7.2 </a:t>
            </a:r>
            <a:r>
              <a:rPr lang="mi-NZ" dirty="0" err="1"/>
              <a:t>Economies</a:t>
            </a:r>
            <a:r>
              <a:rPr lang="mi-NZ" dirty="0"/>
              <a:t> </a:t>
            </a:r>
            <a:r>
              <a:rPr lang="mi-NZ" dirty="0" err="1"/>
              <a:t>of</a:t>
            </a:r>
            <a:r>
              <a:rPr lang="mi-NZ" dirty="0"/>
              <a:t> </a:t>
            </a:r>
            <a:r>
              <a:rPr lang="mi-NZ" dirty="0" err="1"/>
              <a:t>Scale</a:t>
            </a:r>
            <a:r>
              <a:rPr lang="mi-NZ" dirty="0"/>
              <a:t> 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2E6CF-1351-4D56-85F9-88B841083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mi-NZ" dirty="0" err="1"/>
              <a:t>Cost</a:t>
            </a:r>
            <a:r>
              <a:rPr lang="mi-NZ" dirty="0"/>
              <a:t> </a:t>
            </a:r>
            <a:r>
              <a:rPr lang="mi-NZ" dirty="0" err="1"/>
              <a:t>Advantages</a:t>
            </a:r>
            <a:r>
              <a:rPr lang="mi-NZ" dirty="0"/>
              <a:t> </a:t>
            </a:r>
            <a:r>
              <a:rPr lang="mi-NZ" dirty="0" err="1"/>
              <a:t>of</a:t>
            </a:r>
            <a:r>
              <a:rPr lang="mi-NZ" dirty="0"/>
              <a:t> </a:t>
            </a:r>
            <a:r>
              <a:rPr lang="mi-NZ" dirty="0" err="1"/>
              <a:t>large-scale</a:t>
            </a:r>
            <a:r>
              <a:rPr lang="mi-NZ" dirty="0"/>
              <a:t> </a:t>
            </a:r>
            <a:r>
              <a:rPr lang="mi-NZ" dirty="0" err="1"/>
              <a:t>production</a:t>
            </a:r>
            <a:endParaRPr lang="en-NZ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2EB90C-7749-1247-17CB-389C28F104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mi-NZ" dirty="0"/>
              <a:t>02.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5169510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139DC8-B71F-4075-1A63-385E6828A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9" name="Content Placeholder 8" descr="A car on the road&#10;&#10;Description automatically generated">
            <a:extLst>
              <a:ext uri="{FF2B5EF4-FFF2-40B4-BE49-F238E27FC236}">
                <a16:creationId xmlns:a16="http://schemas.microsoft.com/office/drawing/2014/main" id="{E0464361-4795-148F-A673-0CE452D8B25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526" y="604838"/>
            <a:ext cx="6311497" cy="4981575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8D0A7E5-C6A2-4784-34BE-3ADA27723E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Holden in Australia closed car production.</a:t>
            </a:r>
          </a:p>
          <a:p>
            <a:r>
              <a:rPr lang="en-US" dirty="0"/>
              <a:t>Production costs roughly twice as high as Europe, four times as Asia. </a:t>
            </a:r>
          </a:p>
          <a:p>
            <a:r>
              <a:rPr lang="en-US" dirty="0"/>
              <a:t>Produced cars for the Australian and NZ markets. </a:t>
            </a:r>
          </a:p>
        </p:txBody>
      </p:sp>
    </p:spTree>
    <p:extLst>
      <p:ext uri="{BB962C8B-B14F-4D97-AF65-F5344CB8AC3E}">
        <p14:creationId xmlns:p14="http://schemas.microsoft.com/office/powerpoint/2010/main" val="1006656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08AC8-FCFF-F31B-A951-FD6717D68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Holden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CE62-29BA-A925-3BCE-B630A7E5AF7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In 2016 Australia produced 161,294 cars</a:t>
            </a:r>
          </a:p>
          <a:p>
            <a:r>
              <a:rPr lang="en-US" dirty="0"/>
              <a:t>In 2022 Thailand produced 1,883,515 and</a:t>
            </a:r>
          </a:p>
          <a:p>
            <a:r>
              <a:rPr lang="en-US" dirty="0"/>
              <a:t>Japan produced 7,835,519 cars.</a:t>
            </a:r>
          </a:p>
          <a:p>
            <a:endParaRPr lang="en-US" dirty="0"/>
          </a:p>
          <a:p>
            <a:r>
              <a:rPr lang="en-US" dirty="0"/>
              <a:t>Australian production costs were substantially higher than other major car manufacturers.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Car manufacturing exhibits </a:t>
            </a:r>
            <a:r>
              <a:rPr lang="en-US" dirty="0">
                <a:solidFill>
                  <a:srgbClr val="FF0000"/>
                </a:solidFill>
              </a:rPr>
              <a:t>economies of scale.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BBCB39-050B-FB34-4433-719C860AD0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Australia and NZ markets use right-hand drive cars.</a:t>
            </a:r>
          </a:p>
          <a:p>
            <a:r>
              <a:rPr lang="en-US" dirty="0"/>
              <a:t>In both countries motorists drive on the left hand side of the road.</a:t>
            </a:r>
          </a:p>
          <a:p>
            <a:r>
              <a:rPr lang="en-US" dirty="0"/>
              <a:t>Most countries use left-hand drive cars and drive on the right.</a:t>
            </a:r>
          </a:p>
        </p:txBody>
      </p:sp>
    </p:spTree>
    <p:extLst>
      <p:ext uri="{BB962C8B-B14F-4D97-AF65-F5344CB8AC3E}">
        <p14:creationId xmlns:p14="http://schemas.microsoft.com/office/powerpoint/2010/main" val="22685125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E340A-BBCE-4426-8ECC-87AB471AC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anchor="ctr">
            <a:normAutofit/>
          </a:bodyPr>
          <a:lstStyle/>
          <a:p>
            <a:r>
              <a:rPr lang="mi-NZ" sz="3100" dirty="0"/>
              <a:t>C</a:t>
            </a:r>
            <a:r>
              <a:rPr lang="en-NZ" sz="3100" dirty="0" err="1"/>
              <a:t>osts</a:t>
            </a:r>
            <a:endParaRPr lang="en-NZ" sz="3100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03427DB-6AEE-F552-4986-F4BC1F55D6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NZ" sz="2000" dirty="0"/>
              <a:t>Large Firms may have lower costs per unit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9FDC55-4A4E-4929-BD25-F7FC0D6A31B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776874431"/>
              </p:ext>
            </p:extLst>
          </p:nvPr>
        </p:nvGraphicFramePr>
        <p:xfrm>
          <a:off x="3946525" y="604838"/>
          <a:ext cx="7175500" cy="4981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84358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630CA5-001A-D685-F4A9-3F3D57F76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costs a firm experiences are </a:t>
            </a:r>
            <a:r>
              <a:rPr lang="en-US" dirty="0">
                <a:solidFill>
                  <a:srgbClr val="FF0000"/>
                </a:solidFill>
              </a:rPr>
              <a:t>fixed costs</a:t>
            </a:r>
          </a:p>
          <a:p>
            <a:pPr lvl="1"/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Example: Research and Development, Marketing Expenses.</a:t>
            </a:r>
          </a:p>
          <a:p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The larger the output, the smaller the average fixed cost becomes. </a:t>
            </a:r>
          </a:p>
          <a:p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Large firms may be able to purchase inputs on more </a:t>
            </a:r>
            <a:r>
              <a:rPr lang="en-US" dirty="0" err="1">
                <a:solidFill>
                  <a:schemeClr val="bg1">
                    <a:lumMod val="10000"/>
                  </a:schemeClr>
                </a:solidFill>
              </a:rPr>
              <a:t>favourable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 terms.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5D9574-EB93-8C4C-AF66-755D35AE2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Cost Advantages</a:t>
            </a:r>
          </a:p>
        </p:txBody>
      </p:sp>
    </p:spTree>
    <p:extLst>
      <p:ext uri="{BB962C8B-B14F-4D97-AF65-F5344CB8AC3E}">
        <p14:creationId xmlns:p14="http://schemas.microsoft.com/office/powerpoint/2010/main" val="1421684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F8D62E-5714-58A4-99B8-B830094B9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NZ </a:t>
            </a:r>
            <a:r>
              <a:rPr lang="en-US" sz="3600" dirty="0" err="1"/>
              <a:t>Aluminium</a:t>
            </a:r>
            <a:r>
              <a:rPr lang="en-US" sz="3600" dirty="0"/>
              <a:t> Smelter</a:t>
            </a:r>
          </a:p>
        </p:txBody>
      </p:sp>
      <p:pic>
        <p:nvPicPr>
          <p:cNvPr id="8" name="Content Placeholder 7" descr="An aerial view of a factory&#10;&#10;Description automatically generated">
            <a:extLst>
              <a:ext uri="{FF2B5EF4-FFF2-40B4-BE49-F238E27FC236}">
                <a16:creationId xmlns:a16="http://schemas.microsoft.com/office/drawing/2014/main" id="{5520D1E5-AFB2-2037-6F5A-C8A06DCC655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525" y="707209"/>
            <a:ext cx="7175500" cy="4776832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BE52C2-D720-CD8D-4D51-1ADAD2B8AB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The smelter at Tiwai uses approximately 12% of NZ’s total electricity demand.</a:t>
            </a:r>
          </a:p>
          <a:p>
            <a:r>
              <a:rPr lang="en-US" dirty="0"/>
              <a:t>It is able to negotiate lower electricity prices, based on its size.</a:t>
            </a:r>
          </a:p>
        </p:txBody>
      </p:sp>
    </p:spTree>
    <p:extLst>
      <p:ext uri="{BB962C8B-B14F-4D97-AF65-F5344CB8AC3E}">
        <p14:creationId xmlns:p14="http://schemas.microsoft.com/office/powerpoint/2010/main" val="17146161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0E2FF-4239-4208-BCA7-F66397CEB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Z" dirty="0"/>
              <a:t>Three types of scale effects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CDAE746-0EDC-40A8-8F2E-3FE0524B9C81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56255461"/>
              </p:ext>
            </p:extLst>
          </p:nvPr>
        </p:nvGraphicFramePr>
        <p:xfrm>
          <a:off x="563418" y="1778000"/>
          <a:ext cx="10668000" cy="3817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00218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4EBCC-1816-4ACB-9736-E56564B95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Z" dirty="0"/>
              <a:t>Sources of Scale Economies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C630320-3745-44F6-A922-06E2AE5C3540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990750390"/>
              </p:ext>
            </p:extLst>
          </p:nvPr>
        </p:nvGraphicFramePr>
        <p:xfrm>
          <a:off x="581891" y="1750291"/>
          <a:ext cx="10668000" cy="3817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62985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C9498-21F2-4773-9118-06FDC51E1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mi-NZ" dirty="0"/>
              <a:t>7.3 </a:t>
            </a:r>
            <a:r>
              <a:rPr lang="mi-NZ" dirty="0" err="1"/>
              <a:t>Production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72BD6-FFE2-4B08-97AF-FEB2AE429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mi-NZ" dirty="0" err="1"/>
              <a:t>Cost</a:t>
            </a:r>
            <a:r>
              <a:rPr lang="mi-NZ" dirty="0"/>
              <a:t> </a:t>
            </a:r>
            <a:r>
              <a:rPr lang="mi-NZ" dirty="0" err="1"/>
              <a:t>Functions</a:t>
            </a:r>
            <a:endParaRPr lang="en-NZ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449183-45D0-9631-5655-A90E6D053E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mi-NZ" dirty="0"/>
              <a:t>03.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6227116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64F28-E313-462B-8400-E75169381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Z" dirty="0"/>
              <a:t>Introduction to Costs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062992F-E10E-4DC9-A7ED-9216C6900601}"/>
              </a:ext>
            </a:extLst>
          </p:cNvPr>
          <p:cNvGraphicFramePr>
            <a:graphicFrameLocks noGrp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662521909"/>
              </p:ext>
            </p:extLst>
          </p:nvPr>
        </p:nvGraphicFramePr>
        <p:xfrm>
          <a:off x="702782" y="1205345"/>
          <a:ext cx="4460346" cy="5176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 descr="A picture containing tree, outdoor, plant&#10;&#10;Description automatically generated">
            <a:extLst>
              <a:ext uri="{FF2B5EF4-FFF2-40B4-BE49-F238E27FC236}">
                <a16:creationId xmlns:a16="http://schemas.microsoft.com/office/drawing/2014/main" id="{4D910F61-BD6F-B2CC-42FF-431C261F05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303" y="1524000"/>
            <a:ext cx="5905115" cy="442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604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F3AD1-1C5E-415D-A64E-E455FDA10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Costs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ADCE14-77B3-4C95-9E21-96D479F8FFC5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430521795"/>
              </p:ext>
            </p:extLst>
          </p:nvPr>
        </p:nvGraphicFramePr>
        <p:xfrm>
          <a:off x="544946" y="1648691"/>
          <a:ext cx="10668000" cy="3817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10727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EC40D3-9479-52F1-4631-B548388E1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NZ Plantation Forestry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CA16B99-FCCE-BD62-BC75-1930ED632E5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782235964"/>
              </p:ext>
            </p:extLst>
          </p:nvPr>
        </p:nvGraphicFramePr>
        <p:xfrm>
          <a:off x="3946525" y="604838"/>
          <a:ext cx="7175500" cy="388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3875">
                  <a:extLst>
                    <a:ext uri="{9D8B030D-6E8A-4147-A177-3AD203B41FA5}">
                      <a16:colId xmlns:a16="http://schemas.microsoft.com/office/drawing/2014/main" val="1993741749"/>
                    </a:ext>
                  </a:extLst>
                </a:gridCol>
                <a:gridCol w="1793875">
                  <a:extLst>
                    <a:ext uri="{9D8B030D-6E8A-4147-A177-3AD203B41FA5}">
                      <a16:colId xmlns:a16="http://schemas.microsoft.com/office/drawing/2014/main" val="2051122707"/>
                    </a:ext>
                  </a:extLst>
                </a:gridCol>
                <a:gridCol w="1793875">
                  <a:extLst>
                    <a:ext uri="{9D8B030D-6E8A-4147-A177-3AD203B41FA5}">
                      <a16:colId xmlns:a16="http://schemas.microsoft.com/office/drawing/2014/main" val="3032633061"/>
                    </a:ext>
                  </a:extLst>
                </a:gridCol>
                <a:gridCol w="1793875">
                  <a:extLst>
                    <a:ext uri="{9D8B030D-6E8A-4147-A177-3AD203B41FA5}">
                      <a16:colId xmlns:a16="http://schemas.microsoft.com/office/drawing/2014/main" val="8242702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Age/Time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Silvicultural Costs $/ha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Overhead costs $/ha per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Clearfell</a:t>
                      </a:r>
                      <a:r>
                        <a:rPr lang="en-US" dirty="0"/>
                        <a:t> Revenue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03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1-28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696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769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724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358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018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052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41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110509"/>
                  </a:ext>
                </a:extLst>
              </a:tr>
            </a:tbl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BFE419-C18D-EA06-738B-4071A813D9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Table depicts typical cost of producing Pinus radiata logs</a:t>
            </a:r>
          </a:p>
          <a:p>
            <a:r>
              <a:rPr lang="en-US" dirty="0"/>
              <a:t>Overhead costs are the fixed costs. </a:t>
            </a:r>
          </a:p>
          <a:p>
            <a:r>
              <a:rPr lang="en-US" dirty="0"/>
              <a:t>Silvicultural costs include thinning and pruning.</a:t>
            </a:r>
          </a:p>
        </p:txBody>
      </p:sp>
    </p:spTree>
    <p:extLst>
      <p:ext uri="{BB962C8B-B14F-4D97-AF65-F5344CB8AC3E}">
        <p14:creationId xmlns:p14="http://schemas.microsoft.com/office/powerpoint/2010/main" val="5186227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12ECD-FB51-477E-A0A8-176B18F5E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mi-NZ" dirty="0" err="1"/>
              <a:t>Average</a:t>
            </a:r>
            <a:r>
              <a:rPr lang="mi-NZ" dirty="0"/>
              <a:t> and </a:t>
            </a:r>
            <a:r>
              <a:rPr lang="mi-NZ" dirty="0" err="1"/>
              <a:t>Marginal</a:t>
            </a:r>
            <a:r>
              <a:rPr lang="mi-NZ" dirty="0"/>
              <a:t> </a:t>
            </a:r>
            <a:r>
              <a:rPr lang="mi-NZ" dirty="0" err="1"/>
              <a:t>Costs</a:t>
            </a:r>
            <a:endParaRPr lang="en-NZ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397672B-79E4-4ACE-AFE5-6FBE0854B523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742975604"/>
              </p:ext>
            </p:extLst>
          </p:nvPr>
        </p:nvGraphicFramePr>
        <p:xfrm>
          <a:off x="762000" y="1520031"/>
          <a:ext cx="10668000" cy="3817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4321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09EF9FFC-EDAD-447E-B3B9-174DBF774F3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4200"/>
          <a:stretch/>
        </p:blipFill>
        <p:spPr>
          <a:xfrm>
            <a:off x="3218328" y="403692"/>
            <a:ext cx="8650941" cy="5566802"/>
          </a:xfr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8FFF8E-807F-4D79-8759-26063BD47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19" y="403692"/>
            <a:ext cx="2856321" cy="1574195"/>
          </a:xfrm>
        </p:spPr>
        <p:txBody>
          <a:bodyPr anchor="ctr">
            <a:normAutofit/>
          </a:bodyPr>
          <a:lstStyle/>
          <a:p>
            <a:r>
              <a:rPr lang="mi-NZ" sz="3800" err="1"/>
              <a:t>Depicting</a:t>
            </a:r>
            <a:r>
              <a:rPr lang="mi-NZ" sz="3800"/>
              <a:t> </a:t>
            </a:r>
            <a:r>
              <a:rPr lang="mi-NZ" sz="3800" err="1"/>
              <a:t>the</a:t>
            </a:r>
            <a:r>
              <a:rPr lang="mi-NZ" sz="3800"/>
              <a:t> </a:t>
            </a:r>
            <a:r>
              <a:rPr lang="mi-NZ" sz="3800" err="1"/>
              <a:t>Cost</a:t>
            </a:r>
            <a:r>
              <a:rPr lang="mi-NZ" sz="3800"/>
              <a:t> </a:t>
            </a:r>
            <a:r>
              <a:rPr lang="mi-NZ" sz="3800" err="1"/>
              <a:t>Curves</a:t>
            </a:r>
            <a:endParaRPr lang="en-NZ" sz="3800"/>
          </a:p>
        </p:txBody>
      </p:sp>
    </p:spTree>
    <p:extLst>
      <p:ext uri="{BB962C8B-B14F-4D97-AF65-F5344CB8AC3E}">
        <p14:creationId xmlns:p14="http://schemas.microsoft.com/office/powerpoint/2010/main" val="11733127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4FA442-9D8C-E7F4-08C0-7815CBEA8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25DC4D-BB99-EDF4-AF88-86C906165A8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At point A:</a:t>
            </a:r>
          </a:p>
          <a:p>
            <a:pPr lvl="1"/>
            <a:r>
              <a:rPr lang="en-US" dirty="0"/>
              <a:t>20 cars are produced</a:t>
            </a:r>
          </a:p>
          <a:p>
            <a:pPr lvl="1"/>
            <a:r>
              <a:rPr lang="en-US" dirty="0"/>
              <a:t>Total Cost is $80,000</a:t>
            </a:r>
          </a:p>
          <a:p>
            <a:pPr lvl="1"/>
            <a:r>
              <a:rPr lang="en-US" dirty="0"/>
              <a:t>The Average Cost is $80,000/20 = $4000</a:t>
            </a:r>
          </a:p>
          <a:p>
            <a:r>
              <a:rPr lang="en-US" dirty="0"/>
              <a:t>As output increases above A, fixed costs are shared between more cars.</a:t>
            </a:r>
          </a:p>
          <a:p>
            <a:r>
              <a:rPr lang="en-US" dirty="0"/>
              <a:t>At Point B:</a:t>
            </a:r>
          </a:p>
          <a:p>
            <a:pPr lvl="1"/>
            <a:r>
              <a:rPr lang="en-US" dirty="0"/>
              <a:t>40 cars are produced</a:t>
            </a:r>
          </a:p>
          <a:p>
            <a:pPr lvl="1"/>
            <a:r>
              <a:rPr lang="en-US" dirty="0"/>
              <a:t>Total Cost is $136,000</a:t>
            </a:r>
          </a:p>
          <a:p>
            <a:pPr lvl="1"/>
            <a:r>
              <a:rPr lang="en-US" dirty="0"/>
              <a:t>Average Cost is $3400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B2AC6F9-D81C-B2C5-056F-FE76AB5560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 The more cars that are produced, the higher the total costs will be.</a:t>
            </a:r>
          </a:p>
          <a:p>
            <a:r>
              <a:rPr lang="en-US" dirty="0"/>
              <a:t>AC = TC/Q</a:t>
            </a:r>
          </a:p>
          <a:p>
            <a:r>
              <a:rPr lang="en-US" dirty="0"/>
              <a:t>F is the firm’s fixed costs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7718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4FA442-9D8C-E7F4-08C0-7815CBEA8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25DC4D-BB99-EDF4-AF88-86C906165A8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At Point B, average cost is lowest.</a:t>
            </a:r>
          </a:p>
          <a:p>
            <a:r>
              <a:rPr lang="en-US" dirty="0"/>
              <a:t>As output increases above B, costs get higher.</a:t>
            </a:r>
          </a:p>
          <a:p>
            <a:r>
              <a:rPr lang="en-US" dirty="0"/>
              <a:t>At Point D</a:t>
            </a:r>
          </a:p>
          <a:p>
            <a:pPr lvl="1"/>
            <a:r>
              <a:rPr lang="en-US" dirty="0"/>
              <a:t>60 cars are produced</a:t>
            </a:r>
          </a:p>
          <a:p>
            <a:pPr lvl="1"/>
            <a:r>
              <a:rPr lang="en-US" dirty="0"/>
              <a:t>Total Costs are $216,000</a:t>
            </a:r>
          </a:p>
          <a:p>
            <a:pPr lvl="1"/>
            <a:r>
              <a:rPr lang="en-US" dirty="0"/>
              <a:t>Average Costs are $3600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B2AC6F9-D81C-B2C5-056F-FE76AB5560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 The more cars that are produced, the higher the total costs will be.</a:t>
            </a:r>
          </a:p>
          <a:p>
            <a:r>
              <a:rPr lang="en-US" dirty="0"/>
              <a:t>AC = TC/Q</a:t>
            </a:r>
          </a:p>
          <a:p>
            <a:r>
              <a:rPr lang="en-US" dirty="0"/>
              <a:t>F is the firm’s fixed costs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3647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EAEBF06-7F49-A81C-56B0-4C3EE540E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MC is the additional cost of producing one more unit. If costs increase by ∆C when quantity is increased by ∆Q, MC = ∆C/∆Q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CF09CF6-6E5C-8FAE-88E1-A708C5C6DA2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Marginal Cost</a:t>
            </a:r>
          </a:p>
        </p:txBody>
      </p:sp>
    </p:spTree>
    <p:extLst>
      <p:ext uri="{BB962C8B-B14F-4D97-AF65-F5344CB8AC3E}">
        <p14:creationId xmlns:p14="http://schemas.microsoft.com/office/powerpoint/2010/main" val="41186441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Diagram&#10;&#10;Description automatically generated">
            <a:extLst>
              <a:ext uri="{FF2B5EF4-FFF2-40B4-BE49-F238E27FC236}">
                <a16:creationId xmlns:a16="http://schemas.microsoft.com/office/drawing/2014/main" id="{F83BC04A-B0B2-4E14-A603-CF78DF96067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3832597" y="403692"/>
            <a:ext cx="7422402" cy="5566802"/>
          </a:xfr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8FFF8E-807F-4D79-8759-26063BD47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19" y="403692"/>
            <a:ext cx="2856321" cy="1574195"/>
          </a:xfrm>
        </p:spPr>
        <p:txBody>
          <a:bodyPr anchor="ctr">
            <a:normAutofit/>
          </a:bodyPr>
          <a:lstStyle/>
          <a:p>
            <a:r>
              <a:rPr lang="mi-NZ" sz="3800" err="1"/>
              <a:t>Depicting</a:t>
            </a:r>
            <a:r>
              <a:rPr lang="mi-NZ" sz="3800"/>
              <a:t> </a:t>
            </a:r>
            <a:r>
              <a:rPr lang="mi-NZ" sz="3800" err="1"/>
              <a:t>the</a:t>
            </a:r>
            <a:r>
              <a:rPr lang="mi-NZ" sz="3800"/>
              <a:t> </a:t>
            </a:r>
            <a:r>
              <a:rPr lang="mi-NZ" sz="3800" err="1"/>
              <a:t>Cost</a:t>
            </a:r>
            <a:r>
              <a:rPr lang="mi-NZ" sz="3800"/>
              <a:t> </a:t>
            </a:r>
            <a:r>
              <a:rPr lang="mi-NZ" sz="3800" err="1"/>
              <a:t>Curves</a:t>
            </a:r>
            <a:endParaRPr lang="en-NZ" sz="3800"/>
          </a:p>
        </p:txBody>
      </p:sp>
    </p:spTree>
    <p:extLst>
      <p:ext uri="{BB962C8B-B14F-4D97-AF65-F5344CB8AC3E}">
        <p14:creationId xmlns:p14="http://schemas.microsoft.com/office/powerpoint/2010/main" val="34953791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1AF74C-0794-7226-7650-F737D30D0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MC also corresponds to the slope of the (TC) cost function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9EBCA7-4299-63CE-ED72-6CD64853834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Marginal Cost</a:t>
            </a:r>
          </a:p>
        </p:txBody>
      </p:sp>
    </p:spTree>
    <p:extLst>
      <p:ext uri="{BB962C8B-B14F-4D97-AF65-F5344CB8AC3E}">
        <p14:creationId xmlns:p14="http://schemas.microsoft.com/office/powerpoint/2010/main" val="40199976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FFF8E-807F-4D79-8759-26063BD47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mi-NZ" dirty="0" err="1"/>
              <a:t>Depicting</a:t>
            </a:r>
            <a:r>
              <a:rPr lang="mi-NZ" dirty="0"/>
              <a:t> </a:t>
            </a:r>
            <a:r>
              <a:rPr lang="mi-NZ" dirty="0" err="1"/>
              <a:t>the</a:t>
            </a:r>
            <a:r>
              <a:rPr lang="mi-NZ" dirty="0"/>
              <a:t> </a:t>
            </a:r>
            <a:r>
              <a:rPr lang="mi-NZ" dirty="0" err="1"/>
              <a:t>Cost</a:t>
            </a:r>
            <a:r>
              <a:rPr lang="mi-NZ" dirty="0"/>
              <a:t> </a:t>
            </a:r>
            <a:r>
              <a:rPr lang="mi-NZ" dirty="0" err="1"/>
              <a:t>Curves</a:t>
            </a:r>
            <a:br>
              <a:rPr lang="mi-NZ" dirty="0"/>
            </a:br>
            <a:endParaRPr lang="en-NZ" dirty="0"/>
          </a:p>
        </p:txBody>
      </p:sp>
      <p:pic>
        <p:nvPicPr>
          <p:cNvPr id="7" name="Content Placeholder 6" descr="Chart, line chart&#10;&#10;Description automatically generated">
            <a:extLst>
              <a:ext uri="{FF2B5EF4-FFF2-40B4-BE49-F238E27FC236}">
                <a16:creationId xmlns:a16="http://schemas.microsoft.com/office/drawing/2014/main" id="{0D4B579D-3BA9-4452-BE99-7CFCF43247E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4824247" y="762000"/>
            <a:ext cx="7294179" cy="5470634"/>
          </a:xfrm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CD920871-6848-4897-B451-E6FD039045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8574428"/>
              </p:ext>
            </p:extLst>
          </p:nvPr>
        </p:nvGraphicFramePr>
        <p:xfrm>
          <a:off x="669638" y="1851890"/>
          <a:ext cx="3809999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86646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8E34F-D61D-48FC-BAFE-060726516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mi-NZ" dirty="0"/>
              <a:t>7.4 </a:t>
            </a:r>
            <a:r>
              <a:rPr lang="mi-NZ" dirty="0" err="1"/>
              <a:t>Demand</a:t>
            </a:r>
            <a:r>
              <a:rPr lang="mi-NZ" dirty="0"/>
              <a:t> and </a:t>
            </a:r>
            <a:r>
              <a:rPr lang="mi-NZ" dirty="0" err="1"/>
              <a:t>Isoprofit</a:t>
            </a:r>
            <a:r>
              <a:rPr lang="mi-NZ" dirty="0"/>
              <a:t> </a:t>
            </a:r>
            <a:r>
              <a:rPr lang="mi-NZ" dirty="0" err="1"/>
              <a:t>Curves</a:t>
            </a:r>
            <a:endParaRPr lang="en-NZ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24B286-9FF8-1B4B-B1E3-84DB485C9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302BF6-4261-EA44-F359-4C0A7521E6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mi-NZ" dirty="0"/>
              <a:t>04.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29955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AA775-010F-D325-4F20-99D33CFFC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Demand Curve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9A9281-211A-2056-F2F6-4FC5B198FE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willingness to pay (WTP) </a:t>
            </a:r>
            <a:r>
              <a:rPr lang="en-US" dirty="0"/>
              <a:t>indicates how much a person values a good, measured by the </a:t>
            </a:r>
            <a:r>
              <a:rPr lang="en-US" b="1" dirty="0"/>
              <a:t>maximum amount</a:t>
            </a:r>
            <a:r>
              <a:rPr lang="en-US" dirty="0"/>
              <a:t> they would pay to acquire the good.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76E7E6-F46C-A14B-EE03-F0228021FF5B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A demand curve lines up consumers in order of their Willingness to Pay.</a:t>
            </a:r>
          </a:p>
          <a:p>
            <a:endParaRPr lang="en-US" dirty="0"/>
          </a:p>
          <a:p>
            <a:r>
              <a:rPr lang="en-US" dirty="0"/>
              <a:t>A demand curve is in a way, a set of ordered disagreements about the value of a good. </a:t>
            </a:r>
          </a:p>
        </p:txBody>
      </p:sp>
    </p:spTree>
    <p:extLst>
      <p:ext uri="{BB962C8B-B14F-4D97-AF65-F5344CB8AC3E}">
        <p14:creationId xmlns:p14="http://schemas.microsoft.com/office/powerpoint/2010/main" val="32057765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116ACE-E531-49B7-A292-274D98CFA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i-NZ" dirty="0" err="1"/>
              <a:t>Differentiated</a:t>
            </a:r>
            <a:r>
              <a:rPr lang="mi-NZ" dirty="0"/>
              <a:t> </a:t>
            </a:r>
            <a:r>
              <a:rPr lang="mi-NZ" dirty="0" err="1"/>
              <a:t>Products</a:t>
            </a:r>
            <a:endParaRPr lang="en-NZ" dirty="0"/>
          </a:p>
        </p:txBody>
      </p:sp>
      <p:pic>
        <p:nvPicPr>
          <p:cNvPr id="8" name="Picture Placeholder 7" descr="Chart, line chart&#10;&#10;Description automatically generated">
            <a:extLst>
              <a:ext uri="{FF2B5EF4-FFF2-40B4-BE49-F238E27FC236}">
                <a16:creationId xmlns:a16="http://schemas.microsoft.com/office/drawing/2014/main" id="{D5FEEB91-2CB7-4FDD-8D80-8C93277E4CB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1187" y="637111"/>
            <a:ext cx="7300526" cy="5458889"/>
          </a:xfrm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151D8F06-869A-4821-866E-7F6E836229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4151838"/>
              </p:ext>
            </p:extLst>
          </p:nvPr>
        </p:nvGraphicFramePr>
        <p:xfrm>
          <a:off x="572814" y="1898073"/>
          <a:ext cx="3809999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9199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47426D2-3D7A-9176-DB60-E48E58546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Law of Demand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DD624A-5B37-3BBA-4F61-9F34FE718B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The quantity demanded by consumers increases as the price falls (and decreases when the price rises), all other things being equal.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55E235B-1F8B-C7FA-C7FC-5C923F1A9080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Davenant-King Law of Demand was published in 1699.</a:t>
            </a:r>
          </a:p>
          <a:p>
            <a:r>
              <a:rPr lang="en-US" dirty="0"/>
              <a:t>It showed that the price of corn changes with the size of the harvest.</a:t>
            </a:r>
          </a:p>
          <a:p>
            <a:r>
              <a:rPr lang="en-US" dirty="0"/>
              <a:t>Example: a 10% fall in corn output would raise prices by 30%.</a:t>
            </a:r>
          </a:p>
        </p:txBody>
      </p:sp>
    </p:spTree>
    <p:extLst>
      <p:ext uri="{BB962C8B-B14F-4D97-AF65-F5344CB8AC3E}">
        <p14:creationId xmlns:p14="http://schemas.microsoft.com/office/powerpoint/2010/main" val="2410863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4B97D-B07E-B79D-A339-DC4CD1428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Economic Profit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C23DE1-D188-6975-B771-A3EF738AF68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Profit = TR – TC</a:t>
            </a:r>
          </a:p>
          <a:p>
            <a:pPr lvl="1"/>
            <a:r>
              <a:rPr lang="en-US" dirty="0"/>
              <a:t>= PQ –C(Q)</a:t>
            </a:r>
          </a:p>
          <a:p>
            <a:pPr lvl="1"/>
            <a:r>
              <a:rPr lang="en-US" dirty="0"/>
              <a:t>The cost function is no longer constant unit cost.</a:t>
            </a:r>
          </a:p>
          <a:p>
            <a:r>
              <a:rPr lang="en-US" dirty="0"/>
              <a:t>The owners of the capital must get a return high enough maintain their investment.</a:t>
            </a:r>
          </a:p>
          <a:p>
            <a:r>
              <a:rPr lang="en-US" dirty="0"/>
              <a:t>This is called </a:t>
            </a:r>
            <a:r>
              <a:rPr lang="en-US" b="1" dirty="0"/>
              <a:t>normal profit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Corresponds to zero economic profit and means the rate of profit is equal to the opportunity cost of capital.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CBA7B96-5E5A-409A-C424-10AF2552DE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economic profit </a:t>
            </a:r>
            <a:r>
              <a:rPr lang="en-US" dirty="0"/>
              <a:t>is the firm’s revenue minus its total costs (including the opportunity cost of capital).</a:t>
            </a:r>
          </a:p>
        </p:txBody>
      </p:sp>
    </p:spTree>
    <p:extLst>
      <p:ext uri="{BB962C8B-B14F-4D97-AF65-F5344CB8AC3E}">
        <p14:creationId xmlns:p14="http://schemas.microsoft.com/office/powerpoint/2010/main" val="26607778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09089-DD88-C605-C958-E797CA86E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Grapes or Oranges?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7FDE902-5D5F-416B-D840-23CD84F4312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8" b="1238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B1984C-C29B-AF4B-6FCE-0370AE854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My Uncle in Gisborne, decided to switch from growing grapes to growing oranges.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Prices of grapes were much higher than oranges.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 why did he decide to switch? </a:t>
            </a:r>
          </a:p>
        </p:txBody>
      </p:sp>
    </p:spTree>
    <p:extLst>
      <p:ext uri="{BB962C8B-B14F-4D97-AF65-F5344CB8AC3E}">
        <p14:creationId xmlns:p14="http://schemas.microsoft.com/office/powerpoint/2010/main" val="23698264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116ACE-E531-49B7-A292-274D98CFA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i-NZ" dirty="0" err="1"/>
              <a:t>Isoprofit</a:t>
            </a:r>
            <a:r>
              <a:rPr lang="mi-NZ" dirty="0"/>
              <a:t> </a:t>
            </a:r>
            <a:r>
              <a:rPr lang="mi-NZ" dirty="0" err="1"/>
              <a:t>Curves</a:t>
            </a:r>
            <a:endParaRPr lang="en-NZ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151D8F06-869A-4821-866E-7F6E836229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3654614"/>
              </p:ext>
            </p:extLst>
          </p:nvPr>
        </p:nvGraphicFramePr>
        <p:xfrm>
          <a:off x="492035" y="1885406"/>
          <a:ext cx="3809999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Placeholder 5" descr="Chart&#10;&#10;Description automatically generated">
            <a:extLst>
              <a:ext uri="{FF2B5EF4-FFF2-40B4-BE49-F238E27FC236}">
                <a16:creationId xmlns:a16="http://schemas.microsoft.com/office/drawing/2014/main" id="{576F2F38-0E8E-4200-B84C-06FA8F526F5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930" y="762001"/>
            <a:ext cx="7350233" cy="5512675"/>
          </a:xfrm>
        </p:spPr>
      </p:pic>
    </p:spTree>
    <p:extLst>
      <p:ext uri="{BB962C8B-B14F-4D97-AF65-F5344CB8AC3E}">
        <p14:creationId xmlns:p14="http://schemas.microsoft.com/office/powerpoint/2010/main" val="206532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94C3D70-C75D-75F0-1E6A-D5FF4B3E9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Isoprofit</a:t>
            </a:r>
            <a:r>
              <a:rPr lang="en-US" dirty="0"/>
              <a:t> curves slope downward at points where P &gt; MC</a:t>
            </a:r>
          </a:p>
          <a:p>
            <a:r>
              <a:rPr lang="en-US" dirty="0" err="1"/>
              <a:t>Isoprofit</a:t>
            </a:r>
            <a:r>
              <a:rPr lang="en-US" dirty="0"/>
              <a:t> curves slope upward at points where P &lt; MC</a:t>
            </a:r>
          </a:p>
          <a:p>
            <a:r>
              <a:rPr lang="en-US" dirty="0"/>
              <a:t>The difference between the price and marginal cost is called the </a:t>
            </a:r>
            <a:r>
              <a:rPr lang="en-US" b="1" dirty="0"/>
              <a:t>profit margin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30F4432-1C1A-8F98-6C6F-962E46104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318076680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52423-1E63-4EDF-9A2A-51E4833FC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mi-NZ" dirty="0"/>
              <a:t>7.5 </a:t>
            </a:r>
            <a:r>
              <a:rPr lang="mi-NZ" dirty="0" err="1"/>
              <a:t>Maximizing</a:t>
            </a:r>
            <a:r>
              <a:rPr lang="mi-NZ" dirty="0"/>
              <a:t> </a:t>
            </a:r>
            <a:r>
              <a:rPr lang="mi-NZ" dirty="0" err="1"/>
              <a:t>Profit</a:t>
            </a:r>
            <a:endParaRPr lang="en-NZ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DF1BD1-4165-2CC9-3B91-45E31525E7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251728-4000-9279-A243-C37E7C48C5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mi-NZ" dirty="0"/>
              <a:t>05.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06201907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62613-FAC7-44E5-A656-ECBA80F69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i-NZ" dirty="0" err="1"/>
              <a:t>Solution</a:t>
            </a:r>
            <a:endParaRPr lang="en-NZ" dirty="0"/>
          </a:p>
        </p:txBody>
      </p:sp>
      <p:pic>
        <p:nvPicPr>
          <p:cNvPr id="6" name="Picture Placeholder 5" descr="Chart&#10;&#10;Description automatically generated">
            <a:extLst>
              <a:ext uri="{FF2B5EF4-FFF2-40B4-BE49-F238E27FC236}">
                <a16:creationId xmlns:a16="http://schemas.microsoft.com/office/drawing/2014/main" id="{F7EC3D59-8E3D-4375-8114-262E51136B6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1" y="761999"/>
            <a:ext cx="7564630" cy="5673473"/>
          </a:xfr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8378EF31-E456-4494-8C83-E0BCC19EA0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0258233"/>
              </p:ext>
            </p:extLst>
          </p:nvPr>
        </p:nvGraphicFramePr>
        <p:xfrm>
          <a:off x="554023" y="1353207"/>
          <a:ext cx="3809999" cy="41515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4981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9DA19-51F7-4BFD-B2F6-4285F6B2A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mi-NZ" sz="4800" dirty="0"/>
              <a:t>7.6 </a:t>
            </a:r>
            <a:r>
              <a:rPr lang="mi-NZ" sz="4800" dirty="0" err="1"/>
              <a:t>Profit</a:t>
            </a:r>
            <a:r>
              <a:rPr lang="mi-NZ" sz="4800" dirty="0"/>
              <a:t> </a:t>
            </a:r>
            <a:r>
              <a:rPr lang="mi-NZ" sz="4800" dirty="0" err="1"/>
              <a:t>Maximization</a:t>
            </a:r>
            <a:endParaRPr lang="en-NZ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451EE-FCEE-44F5-AAFC-9538BE7D41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mi-NZ" dirty="0" err="1"/>
              <a:t>Using</a:t>
            </a:r>
            <a:r>
              <a:rPr lang="mi-NZ" dirty="0"/>
              <a:t> </a:t>
            </a:r>
            <a:r>
              <a:rPr lang="mi-NZ" dirty="0" err="1"/>
              <a:t>Marginal</a:t>
            </a:r>
            <a:r>
              <a:rPr lang="mi-NZ" dirty="0"/>
              <a:t> </a:t>
            </a:r>
            <a:r>
              <a:rPr lang="mi-NZ" dirty="0" err="1"/>
              <a:t>Revenue</a:t>
            </a:r>
            <a:r>
              <a:rPr lang="mi-NZ" dirty="0"/>
              <a:t> and </a:t>
            </a:r>
            <a:r>
              <a:rPr lang="mi-NZ" dirty="0" err="1"/>
              <a:t>Marginal</a:t>
            </a:r>
            <a:r>
              <a:rPr lang="mi-NZ" dirty="0"/>
              <a:t> </a:t>
            </a:r>
            <a:r>
              <a:rPr lang="mi-NZ" dirty="0" err="1"/>
              <a:t>Cost</a:t>
            </a:r>
            <a:endParaRPr lang="en-NZ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A855D-0F15-A341-9813-E82EFCBA7E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mi-NZ" dirty="0"/>
              <a:t>06.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0307249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7EE9D-4BE8-414F-B9F8-DA92F38F8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103" y="223091"/>
            <a:ext cx="5394193" cy="1185916"/>
          </a:xfrm>
        </p:spPr>
        <p:txBody>
          <a:bodyPr anchor="b">
            <a:normAutofit/>
          </a:bodyPr>
          <a:lstStyle/>
          <a:p>
            <a:r>
              <a:rPr lang="mi-NZ" sz="5100" err="1"/>
              <a:t>Alternative</a:t>
            </a:r>
            <a:r>
              <a:rPr lang="mi-NZ" sz="5100"/>
              <a:t> </a:t>
            </a:r>
            <a:r>
              <a:rPr lang="mi-NZ" sz="5100" err="1"/>
              <a:t>Method</a:t>
            </a:r>
            <a:endParaRPr lang="en-NZ" sz="510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C615A0-B5B6-401B-87B1-D5DAFA9938CB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61765611"/>
              </p:ext>
            </p:extLst>
          </p:nvPr>
        </p:nvGraphicFramePr>
        <p:xfrm>
          <a:off x="808102" y="1554481"/>
          <a:ext cx="5394193" cy="46152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4400726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FABED-93A2-4562-8154-6BC8547C5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i-NZ" dirty="0" err="1"/>
              <a:t>Calculating</a:t>
            </a:r>
            <a:r>
              <a:rPr lang="mi-NZ" dirty="0"/>
              <a:t> MR</a:t>
            </a:r>
            <a:endParaRPr lang="en-NZ" dirty="0"/>
          </a:p>
        </p:txBody>
      </p:sp>
      <p:pic>
        <p:nvPicPr>
          <p:cNvPr id="6" name="Picture Placeholder 5" descr="Table&#10;&#10;Description automatically generated">
            <a:extLst>
              <a:ext uri="{FF2B5EF4-FFF2-40B4-BE49-F238E27FC236}">
                <a16:creationId xmlns:a16="http://schemas.microsoft.com/office/drawing/2014/main" id="{16403261-BFF5-4EFA-A27B-765A8192303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930" y="762001"/>
            <a:ext cx="7420303" cy="5565227"/>
          </a:xfr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EF17D8B-3C5F-4918-A5B0-2C87D6D9F7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5761607"/>
              </p:ext>
            </p:extLst>
          </p:nvPr>
        </p:nvGraphicFramePr>
        <p:xfrm>
          <a:off x="561704" y="1746068"/>
          <a:ext cx="3809999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33944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FABED-93A2-4562-8154-6BC8547C5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i-NZ" dirty="0" err="1"/>
              <a:t>Calculating</a:t>
            </a:r>
            <a:r>
              <a:rPr lang="mi-NZ" dirty="0"/>
              <a:t> MR</a:t>
            </a:r>
            <a:endParaRPr lang="en-NZ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34AD894D-0399-44E6-A899-120E964FB1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0008752"/>
              </p:ext>
            </p:extLst>
          </p:nvPr>
        </p:nvGraphicFramePr>
        <p:xfrm>
          <a:off x="585457" y="1445172"/>
          <a:ext cx="3809999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Placeholder 7" descr="Chart, line chart&#10;&#10;Description automatically generated">
            <a:extLst>
              <a:ext uri="{FF2B5EF4-FFF2-40B4-BE49-F238E27FC236}">
                <a16:creationId xmlns:a16="http://schemas.microsoft.com/office/drawing/2014/main" id="{59F9EB60-07BF-4DA4-A29A-E77B05A86E2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544" y="762000"/>
            <a:ext cx="6901792" cy="5176344"/>
          </a:xfrm>
        </p:spPr>
      </p:pic>
    </p:spTree>
    <p:extLst>
      <p:ext uri="{BB962C8B-B14F-4D97-AF65-F5344CB8AC3E}">
        <p14:creationId xmlns:p14="http://schemas.microsoft.com/office/powerpoint/2010/main" val="2619159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FABED-93A2-4562-8154-6BC8547C5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i-NZ" dirty="0" err="1"/>
              <a:t>Depicting</a:t>
            </a:r>
            <a:r>
              <a:rPr lang="mi-NZ" dirty="0"/>
              <a:t> </a:t>
            </a:r>
            <a:r>
              <a:rPr lang="mi-NZ" dirty="0" err="1"/>
              <a:t>Profit</a:t>
            </a:r>
            <a:endParaRPr lang="en-NZ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6C9BB2B1-0781-4430-AACC-D1DD39E1A0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5287662"/>
              </p:ext>
            </p:extLst>
          </p:nvPr>
        </p:nvGraphicFramePr>
        <p:xfrm>
          <a:off x="518362" y="1524000"/>
          <a:ext cx="3809999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Placeholder 6" descr="A picture containing chart&#10;&#10;Description automatically generated">
            <a:extLst>
              <a:ext uri="{FF2B5EF4-FFF2-40B4-BE49-F238E27FC236}">
                <a16:creationId xmlns:a16="http://schemas.microsoft.com/office/drawing/2014/main" id="{8C6F3771-64B6-422B-89FF-29D7256E380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6489" y="2011681"/>
            <a:ext cx="6977149" cy="2405149"/>
          </a:xfrm>
        </p:spPr>
      </p:pic>
    </p:spTree>
    <p:extLst>
      <p:ext uri="{BB962C8B-B14F-4D97-AF65-F5344CB8AC3E}">
        <p14:creationId xmlns:p14="http://schemas.microsoft.com/office/powerpoint/2010/main" val="164593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486DC-94B9-A7B6-3708-DC3F9B920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D2C6E9C-AF24-1819-AAA6-67BF3E33110A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792029795"/>
              </p:ext>
            </p:extLst>
          </p:nvPr>
        </p:nvGraphicFramePr>
        <p:xfrm>
          <a:off x="3946525" y="604838"/>
          <a:ext cx="71755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3875">
                  <a:extLst>
                    <a:ext uri="{9D8B030D-6E8A-4147-A177-3AD203B41FA5}">
                      <a16:colId xmlns:a16="http://schemas.microsoft.com/office/drawing/2014/main" val="2515841561"/>
                    </a:ext>
                  </a:extLst>
                </a:gridCol>
                <a:gridCol w="1793875">
                  <a:extLst>
                    <a:ext uri="{9D8B030D-6E8A-4147-A177-3AD203B41FA5}">
                      <a16:colId xmlns:a16="http://schemas.microsoft.com/office/drawing/2014/main" val="144576573"/>
                    </a:ext>
                  </a:extLst>
                </a:gridCol>
                <a:gridCol w="1793875">
                  <a:extLst>
                    <a:ext uri="{9D8B030D-6E8A-4147-A177-3AD203B41FA5}">
                      <a16:colId xmlns:a16="http://schemas.microsoft.com/office/drawing/2014/main" val="1249976746"/>
                    </a:ext>
                  </a:extLst>
                </a:gridCol>
                <a:gridCol w="1793875">
                  <a:extLst>
                    <a:ext uri="{9D8B030D-6E8A-4147-A177-3AD203B41FA5}">
                      <a16:colId xmlns:a16="http://schemas.microsoft.com/office/drawing/2014/main" val="1113592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 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 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 ($)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202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832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4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579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708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1009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840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674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1451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028160"/>
                  </a:ext>
                </a:extLst>
              </a:tr>
            </a:tbl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3D4AA6-8523-114C-1D74-205DCF73C0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What is the profit-maximizing level of output for this firm? </a:t>
            </a:r>
          </a:p>
        </p:txBody>
      </p:sp>
    </p:spTree>
    <p:extLst>
      <p:ext uri="{BB962C8B-B14F-4D97-AF65-F5344CB8AC3E}">
        <p14:creationId xmlns:p14="http://schemas.microsoft.com/office/powerpoint/2010/main" val="2708706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ight minimalist">
      <a:dk1>
        <a:srgbClr val="353638"/>
      </a:dk1>
      <a:lt1>
        <a:srgbClr val="EFEFEF"/>
      </a:lt1>
      <a:dk2>
        <a:srgbClr val="656A56"/>
      </a:dk2>
      <a:lt2>
        <a:srgbClr val="D7DAE1"/>
      </a:lt2>
      <a:accent1>
        <a:srgbClr val="737E84"/>
      </a:accent1>
      <a:accent2>
        <a:srgbClr val="353638"/>
      </a:accent2>
      <a:accent3>
        <a:srgbClr val="BBBCB7"/>
      </a:accent3>
      <a:accent4>
        <a:srgbClr val="D7DAE1"/>
      </a:accent4>
      <a:accent5>
        <a:srgbClr val="748189"/>
      </a:accent5>
      <a:accent6>
        <a:srgbClr val="353638"/>
      </a:accent6>
      <a:hlink>
        <a:srgbClr val="EFEFEF"/>
      </a:hlink>
      <a:folHlink>
        <a:srgbClr val="656A56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15113 Lecture 11 Game Theory" id="{6A3A2FF9-C1F2-4C6B-81AA-36D5BAC0ECEB}" vid="{C2B1A1D8-4DC2-49F2-B7FA-19257A7DCF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AA287DDC0DCA40858B53C594316098" ma:contentTypeVersion="14" ma:contentTypeDescription="Create a new document." ma:contentTypeScope="" ma:versionID="852076136466c993e7af6bb78a597976">
  <xsd:schema xmlns:xsd="http://www.w3.org/2001/XMLSchema" xmlns:xs="http://www.w3.org/2001/XMLSchema" xmlns:p="http://schemas.microsoft.com/office/2006/metadata/properties" xmlns:ns3="29bb3346-01df-4936-80c3-6c0829f5f7fe" xmlns:ns4="2cc86324-db1f-476b-a85b-99ec317843b4" targetNamespace="http://schemas.microsoft.com/office/2006/metadata/properties" ma:root="true" ma:fieldsID="fd73b83d65f58fbb00b31d32cf999d68" ns3:_="" ns4:_="">
    <xsd:import namespace="29bb3346-01df-4936-80c3-6c0829f5f7fe"/>
    <xsd:import namespace="2cc86324-db1f-476b-a85b-99ec317843b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bb3346-01df-4936-80c3-6c0829f5f7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c86324-db1f-476b-a85b-99ec317843b4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0085CAC-99CB-4D6D-B4F7-C2603CB50F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bb3346-01df-4936-80c3-6c0829f5f7fe"/>
    <ds:schemaRef ds:uri="2cc86324-db1f-476b-a85b-99ec317843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6392333-E3BD-42BC-AD34-6BB0E63B78E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C20DF03-3E72-4F94-92F1-0B06C6CB29E9}">
  <ds:schemaRefs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purl.org/dc/terms/"/>
    <ds:schemaRef ds:uri="http://schemas.microsoft.com/office/2006/documentManagement/types"/>
    <ds:schemaRef ds:uri="2cc86324-db1f-476b-a85b-99ec317843b4"/>
    <ds:schemaRef ds:uri="29bb3346-01df-4936-80c3-6c0829f5f7fe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3358</TotalTime>
  <Words>2395</Words>
  <Application>Microsoft Macintosh PowerPoint</Application>
  <PresentationFormat>Widescreen</PresentationFormat>
  <Paragraphs>489</Paragraphs>
  <Slides>72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8" baseType="lpstr">
      <vt:lpstr>Arial</vt:lpstr>
      <vt:lpstr>Calibri</vt:lpstr>
      <vt:lpstr>Playfair Display</vt:lpstr>
      <vt:lpstr>Rockwell</vt:lpstr>
      <vt:lpstr>Tw Cen MT</vt:lpstr>
      <vt:lpstr>Office Theme</vt:lpstr>
      <vt:lpstr>The Firm and its customers</vt:lpstr>
      <vt:lpstr>The Firm’s Decisions</vt:lpstr>
      <vt:lpstr>7.1 Choosing a Price</vt:lpstr>
      <vt:lpstr>Introduction</vt:lpstr>
      <vt:lpstr>What are differentiated products?</vt:lpstr>
      <vt:lpstr>All combinations of a price and output that generates the same level of profit</vt:lpstr>
      <vt:lpstr>The IsoProfit Curve</vt:lpstr>
      <vt:lpstr>Isoprofit Curve</vt:lpstr>
      <vt:lpstr>Data</vt:lpstr>
      <vt:lpstr>Isoprofit Curve</vt:lpstr>
      <vt:lpstr>Isoprofit Curve</vt:lpstr>
      <vt:lpstr>Isoprofit Curve</vt:lpstr>
      <vt:lpstr>Summary</vt:lpstr>
      <vt:lpstr>Isoprofit Curve</vt:lpstr>
      <vt:lpstr>Cheerios</vt:lpstr>
      <vt:lpstr>Estimated Demand Curve</vt:lpstr>
      <vt:lpstr>The firm’s problem</vt:lpstr>
      <vt:lpstr>Example</vt:lpstr>
      <vt:lpstr>The Isoprofit Curve for $60,000</vt:lpstr>
      <vt:lpstr>Mapping the Isoprofit Curves</vt:lpstr>
      <vt:lpstr>Stacked Isoprofit Curves</vt:lpstr>
      <vt:lpstr>Stacked Isoprofit Curves</vt:lpstr>
      <vt:lpstr>The Profit-Maximising Choice</vt:lpstr>
      <vt:lpstr>Combining the isoprofit curve with demand</vt:lpstr>
      <vt:lpstr>Profit-Maximisation</vt:lpstr>
      <vt:lpstr>Profit Maximisation</vt:lpstr>
      <vt:lpstr>Profit Maximisation</vt:lpstr>
      <vt:lpstr>Profit Maximisation</vt:lpstr>
      <vt:lpstr>Profit Maximisation</vt:lpstr>
      <vt:lpstr>Figure 7.5a</vt:lpstr>
      <vt:lpstr>Depicting the profit curve</vt:lpstr>
      <vt:lpstr>Profit Curve</vt:lpstr>
      <vt:lpstr>Question 7.3</vt:lpstr>
      <vt:lpstr>Question 7.3</vt:lpstr>
      <vt:lpstr>Question 7.3</vt:lpstr>
      <vt:lpstr>Question 7.3</vt:lpstr>
      <vt:lpstr>7.2 Economies of Scale </vt:lpstr>
      <vt:lpstr>Example</vt:lpstr>
      <vt:lpstr>Holden</vt:lpstr>
      <vt:lpstr>Costs</vt:lpstr>
      <vt:lpstr>Cost Advantages</vt:lpstr>
      <vt:lpstr>NZ Aluminium Smelter</vt:lpstr>
      <vt:lpstr>Three types of scale effects</vt:lpstr>
      <vt:lpstr>Sources of Scale Economies</vt:lpstr>
      <vt:lpstr>7.3 Production</vt:lpstr>
      <vt:lpstr>Introduction to Costs</vt:lpstr>
      <vt:lpstr>Costs </vt:lpstr>
      <vt:lpstr>NZ Plantation Forestry </vt:lpstr>
      <vt:lpstr>Average and Marginal Costs</vt:lpstr>
      <vt:lpstr>Depicting the Cost Curves</vt:lpstr>
      <vt:lpstr>Costs</vt:lpstr>
      <vt:lpstr>Costs</vt:lpstr>
      <vt:lpstr>The MC is the additional cost of producing one more unit. If costs increase by ∆C when quantity is increased by ∆Q, MC = ∆C/∆Q</vt:lpstr>
      <vt:lpstr>Depicting the Cost Curves</vt:lpstr>
      <vt:lpstr>The MC also corresponds to the slope of the (TC) cost function</vt:lpstr>
      <vt:lpstr>Depicting the Cost Curves </vt:lpstr>
      <vt:lpstr>7.4 Demand and Isoprofit Curves</vt:lpstr>
      <vt:lpstr>Demand Curve</vt:lpstr>
      <vt:lpstr>Differentiated Products</vt:lpstr>
      <vt:lpstr>Law of Demand</vt:lpstr>
      <vt:lpstr>Economic Profit</vt:lpstr>
      <vt:lpstr>Grapes or Oranges?</vt:lpstr>
      <vt:lpstr>Isoprofit Curves</vt:lpstr>
      <vt:lpstr>Notes</vt:lpstr>
      <vt:lpstr>7.5 Maximizing Profit</vt:lpstr>
      <vt:lpstr>Solution</vt:lpstr>
      <vt:lpstr>7.6 Profit Maximization</vt:lpstr>
      <vt:lpstr>Alternative Method</vt:lpstr>
      <vt:lpstr>Calculating MR</vt:lpstr>
      <vt:lpstr>Calculating MR</vt:lpstr>
      <vt:lpstr>Depicting Profit</vt:lpstr>
      <vt:lpstr>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115.113 Lecture 11</dc:title>
  <dc:creator>Brendan Moyle</dc:creator>
  <cp:lastModifiedBy>Brendan Moyle</cp:lastModifiedBy>
  <cp:revision>20</cp:revision>
  <dcterms:created xsi:type="dcterms:W3CDTF">2021-09-30T01:10:51Z</dcterms:created>
  <dcterms:modified xsi:type="dcterms:W3CDTF">2024-09-09T02:18:34Z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d9e4d68-54d0-40a5-8c9a-85a36c87352c_Enabled">
    <vt:lpwstr>true</vt:lpwstr>
  </property>
  <property fmtid="{D5CDD505-2E9C-101B-9397-08002B2CF9AE}" pid="3" name="MSIP_Label_bd9e4d68-54d0-40a5-8c9a-85a36c87352c_SetDate">
    <vt:lpwstr>2022-01-25T01:36:49Z</vt:lpwstr>
  </property>
  <property fmtid="{D5CDD505-2E9C-101B-9397-08002B2CF9AE}" pid="4" name="MSIP_Label_bd9e4d68-54d0-40a5-8c9a-85a36c87352c_Method">
    <vt:lpwstr>Privileged</vt:lpwstr>
  </property>
  <property fmtid="{D5CDD505-2E9C-101B-9397-08002B2CF9AE}" pid="5" name="MSIP_Label_bd9e4d68-54d0-40a5-8c9a-85a36c87352c_Name">
    <vt:lpwstr>Unclassified</vt:lpwstr>
  </property>
  <property fmtid="{D5CDD505-2E9C-101B-9397-08002B2CF9AE}" pid="6" name="MSIP_Label_bd9e4d68-54d0-40a5-8c9a-85a36c87352c_SiteId">
    <vt:lpwstr>388728e1-bbd0-4378-98dc-f8682e644300</vt:lpwstr>
  </property>
  <property fmtid="{D5CDD505-2E9C-101B-9397-08002B2CF9AE}" pid="7" name="MSIP_Label_bd9e4d68-54d0-40a5-8c9a-85a36c87352c_ActionId">
    <vt:lpwstr>33b0c11e-6a5a-4ae7-a410-e7add87a2217</vt:lpwstr>
  </property>
  <property fmtid="{D5CDD505-2E9C-101B-9397-08002B2CF9AE}" pid="8" name="MSIP_Label_bd9e4d68-54d0-40a5-8c9a-85a36c87352c_ContentBits">
    <vt:lpwstr>0</vt:lpwstr>
  </property>
  <property fmtid="{D5CDD505-2E9C-101B-9397-08002B2CF9AE}" pid="9" name="ContentTypeId">
    <vt:lpwstr>0x010100B1AA287DDC0DCA40858B53C594316098</vt:lpwstr>
  </property>
</Properties>
</file>